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  <p:sldMasterId id="2147483682" r:id="rId2"/>
    <p:sldMasterId id="2147483683" r:id="rId3"/>
  </p:sldMasterIdLst>
  <p:notesMasterIdLst>
    <p:notesMasterId r:id="rId22"/>
  </p:notesMasterIdLst>
  <p:sldIdLst>
    <p:sldId id="256" r:id="rId4"/>
    <p:sldId id="257" r:id="rId5"/>
    <p:sldId id="267" r:id="rId6"/>
    <p:sldId id="268" r:id="rId7"/>
    <p:sldId id="269" r:id="rId8"/>
    <p:sldId id="271" r:id="rId9"/>
    <p:sldId id="272" r:id="rId10"/>
    <p:sldId id="273" r:id="rId11"/>
    <p:sldId id="274" r:id="rId12"/>
    <p:sldId id="270" r:id="rId13"/>
    <p:sldId id="258" r:id="rId14"/>
    <p:sldId id="259" r:id="rId15"/>
    <p:sldId id="260" r:id="rId16"/>
    <p:sldId id="262" r:id="rId17"/>
    <p:sldId id="263" r:id="rId18"/>
    <p:sldId id="264" r:id="rId19"/>
    <p:sldId id="265" r:id="rId20"/>
    <p:sldId id="266" r:id="rId21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5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459584a10_0_47:notes"/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1</a:t>
            </a:fld>
            <a:endParaRPr sz="1200"/>
          </a:p>
        </p:txBody>
      </p:sp>
      <p:sp>
        <p:nvSpPr>
          <p:cNvPr id="159" name="Google Shape;159;g3a459584a10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1237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a459584a10_0_47:notes"/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7763dc73_0_48:notes"/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2</a:t>
            </a:fld>
            <a:endParaRPr sz="1200"/>
          </a:p>
        </p:txBody>
      </p:sp>
      <p:sp>
        <p:nvSpPr>
          <p:cNvPr id="166" name="Google Shape;166;g3a47763dc7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a47763dc73_0_48:notes"/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7074FFE-2A72-1B0A-122D-F0AE38D75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7763dc73_0_48:notes">
            <a:extLst>
              <a:ext uri="{FF2B5EF4-FFF2-40B4-BE49-F238E27FC236}">
                <a16:creationId xmlns:a16="http://schemas.microsoft.com/office/drawing/2014/main" id="{7E819E02-26F9-5A01-CD9D-66CD16F02D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3</a:t>
            </a:fld>
            <a:endParaRPr sz="1200"/>
          </a:p>
        </p:txBody>
      </p:sp>
      <p:sp>
        <p:nvSpPr>
          <p:cNvPr id="166" name="Google Shape;166;g3a47763dc73_0_48:notes">
            <a:extLst>
              <a:ext uri="{FF2B5EF4-FFF2-40B4-BE49-F238E27FC236}">
                <a16:creationId xmlns:a16="http://schemas.microsoft.com/office/drawing/2014/main" id="{1F2B6513-6DC0-2E65-3C37-CFC1D53CE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a47763dc73_0_48:notes">
            <a:extLst>
              <a:ext uri="{FF2B5EF4-FFF2-40B4-BE49-F238E27FC236}">
                <a16:creationId xmlns:a16="http://schemas.microsoft.com/office/drawing/2014/main" id="{5DDDA0A9-A1DA-CF29-ED8A-27D422323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72868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026BC88-8B61-01EE-846D-2D55D5E24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7763dc73_0_48:notes">
            <a:extLst>
              <a:ext uri="{FF2B5EF4-FFF2-40B4-BE49-F238E27FC236}">
                <a16:creationId xmlns:a16="http://schemas.microsoft.com/office/drawing/2014/main" id="{BABFBDAB-DCA8-CE11-8E74-4D4781E14C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4</a:t>
            </a:fld>
            <a:endParaRPr sz="1200"/>
          </a:p>
        </p:txBody>
      </p:sp>
      <p:sp>
        <p:nvSpPr>
          <p:cNvPr id="166" name="Google Shape;166;g3a47763dc73_0_48:notes">
            <a:extLst>
              <a:ext uri="{FF2B5EF4-FFF2-40B4-BE49-F238E27FC236}">
                <a16:creationId xmlns:a16="http://schemas.microsoft.com/office/drawing/2014/main" id="{9E5A3B0E-AD85-0851-887B-A65521084B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a47763dc73_0_48:notes">
            <a:extLst>
              <a:ext uri="{FF2B5EF4-FFF2-40B4-BE49-F238E27FC236}">
                <a16:creationId xmlns:a16="http://schemas.microsoft.com/office/drawing/2014/main" id="{5D37901E-035F-22FC-193D-63AF0CE0F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315015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915E16F-7B7E-DC4C-335C-54AD71C2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7763dc73_0_48:notes">
            <a:extLst>
              <a:ext uri="{FF2B5EF4-FFF2-40B4-BE49-F238E27FC236}">
                <a16:creationId xmlns:a16="http://schemas.microsoft.com/office/drawing/2014/main" id="{B31E213E-39DC-AD0C-DA32-1654C33D0C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5</a:t>
            </a:fld>
            <a:endParaRPr sz="1200"/>
          </a:p>
        </p:txBody>
      </p:sp>
      <p:sp>
        <p:nvSpPr>
          <p:cNvPr id="166" name="Google Shape;166;g3a47763dc73_0_48:notes">
            <a:extLst>
              <a:ext uri="{FF2B5EF4-FFF2-40B4-BE49-F238E27FC236}">
                <a16:creationId xmlns:a16="http://schemas.microsoft.com/office/drawing/2014/main" id="{DE9E12D3-FD3F-00CA-4DE3-DBB4FDECD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a47763dc73_0_48:notes">
            <a:extLst>
              <a:ext uri="{FF2B5EF4-FFF2-40B4-BE49-F238E27FC236}">
                <a16:creationId xmlns:a16="http://schemas.microsoft.com/office/drawing/2014/main" id="{5C2CAF9F-3FFA-ACCE-06E8-2A8BAA169F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682680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2A99ACB-AF0D-FA14-20A7-0974B5A0A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7763dc73_0_48:notes">
            <a:extLst>
              <a:ext uri="{FF2B5EF4-FFF2-40B4-BE49-F238E27FC236}">
                <a16:creationId xmlns:a16="http://schemas.microsoft.com/office/drawing/2014/main" id="{B9C7C028-7EC7-89E8-D925-6BE528CBED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6</a:t>
            </a:fld>
            <a:endParaRPr sz="1200"/>
          </a:p>
        </p:txBody>
      </p:sp>
      <p:sp>
        <p:nvSpPr>
          <p:cNvPr id="166" name="Google Shape;166;g3a47763dc73_0_48:notes">
            <a:extLst>
              <a:ext uri="{FF2B5EF4-FFF2-40B4-BE49-F238E27FC236}">
                <a16:creationId xmlns:a16="http://schemas.microsoft.com/office/drawing/2014/main" id="{6C5BAE73-8A10-A08E-9723-318AF65E2D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a47763dc73_0_48:notes">
            <a:extLst>
              <a:ext uri="{FF2B5EF4-FFF2-40B4-BE49-F238E27FC236}">
                <a16:creationId xmlns:a16="http://schemas.microsoft.com/office/drawing/2014/main" id="{9421C71B-81BD-70AF-5183-DEC5AA41F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998920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440DE88-6786-B6F4-7E6B-12186D45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7763dc73_0_48:notes">
            <a:extLst>
              <a:ext uri="{FF2B5EF4-FFF2-40B4-BE49-F238E27FC236}">
                <a16:creationId xmlns:a16="http://schemas.microsoft.com/office/drawing/2014/main" id="{90918AC2-E952-7977-7AB1-6D367D9F46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7</a:t>
            </a:fld>
            <a:endParaRPr sz="1200"/>
          </a:p>
        </p:txBody>
      </p:sp>
      <p:sp>
        <p:nvSpPr>
          <p:cNvPr id="166" name="Google Shape;166;g3a47763dc73_0_48:notes">
            <a:extLst>
              <a:ext uri="{FF2B5EF4-FFF2-40B4-BE49-F238E27FC236}">
                <a16:creationId xmlns:a16="http://schemas.microsoft.com/office/drawing/2014/main" id="{D18C1E3A-3BF7-E9D8-42A7-139374AF8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a47763dc73_0_48:notes">
            <a:extLst>
              <a:ext uri="{FF2B5EF4-FFF2-40B4-BE49-F238E27FC236}">
                <a16:creationId xmlns:a16="http://schemas.microsoft.com/office/drawing/2014/main" id="{8FB34BC5-9054-A808-A2B4-46F8EE20C3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906462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216406C-CC64-E8D6-170F-1223B3F9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7763dc73_0_48:notes">
            <a:extLst>
              <a:ext uri="{FF2B5EF4-FFF2-40B4-BE49-F238E27FC236}">
                <a16:creationId xmlns:a16="http://schemas.microsoft.com/office/drawing/2014/main" id="{F07556B6-D18C-E581-31A9-6C5B208363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8</a:t>
            </a:fld>
            <a:endParaRPr sz="1200"/>
          </a:p>
        </p:txBody>
      </p:sp>
      <p:sp>
        <p:nvSpPr>
          <p:cNvPr id="166" name="Google Shape;166;g3a47763dc73_0_48:notes">
            <a:extLst>
              <a:ext uri="{FF2B5EF4-FFF2-40B4-BE49-F238E27FC236}">
                <a16:creationId xmlns:a16="http://schemas.microsoft.com/office/drawing/2014/main" id="{008F7CE1-63A9-8F36-DAA5-DA2B98B64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a47763dc73_0_48:notes">
            <a:extLst>
              <a:ext uri="{FF2B5EF4-FFF2-40B4-BE49-F238E27FC236}">
                <a16:creationId xmlns:a16="http://schemas.microsoft.com/office/drawing/2014/main" id="{8F522312-68A4-67DB-3E9C-2247C6260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973853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5A384E8-A79B-63AA-64C0-8E0345FCC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7763dc73_0_48:notes">
            <a:extLst>
              <a:ext uri="{FF2B5EF4-FFF2-40B4-BE49-F238E27FC236}">
                <a16:creationId xmlns:a16="http://schemas.microsoft.com/office/drawing/2014/main" id="{27592B35-FFC6-E70B-23D4-DE569A46D8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10</a:t>
            </a:fld>
            <a:endParaRPr sz="1200"/>
          </a:p>
        </p:txBody>
      </p:sp>
      <p:sp>
        <p:nvSpPr>
          <p:cNvPr id="166" name="Google Shape;166;g3a47763dc73_0_48:notes">
            <a:extLst>
              <a:ext uri="{FF2B5EF4-FFF2-40B4-BE49-F238E27FC236}">
                <a16:creationId xmlns:a16="http://schemas.microsoft.com/office/drawing/2014/main" id="{B7A88759-CC19-3514-FF66-09B0355FC4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a47763dc73_0_48:notes">
            <a:extLst>
              <a:ext uri="{FF2B5EF4-FFF2-40B4-BE49-F238E27FC236}">
                <a16:creationId xmlns:a16="http://schemas.microsoft.com/office/drawing/2014/main" id="{1A1EDDE7-75EF-7820-845A-C262D0A3B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693883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459584a10_0_249:notes"/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11</a:t>
            </a:fld>
            <a:endParaRPr sz="1200"/>
          </a:p>
        </p:txBody>
      </p:sp>
      <p:sp>
        <p:nvSpPr>
          <p:cNvPr id="176" name="Google Shape;176;g3a459584a10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3a459584a10_0_249:notes"/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459584a10_0_260:notes"/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12</a:t>
            </a:fld>
            <a:endParaRPr sz="1200"/>
          </a:p>
        </p:txBody>
      </p:sp>
      <p:sp>
        <p:nvSpPr>
          <p:cNvPr id="184" name="Google Shape;184;g3a459584a10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3a459584a10_0_260:notes"/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47763dc73_0_28:notes"/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13</a:t>
            </a:fld>
            <a:endParaRPr sz="1200"/>
          </a:p>
        </p:txBody>
      </p:sp>
      <p:sp>
        <p:nvSpPr>
          <p:cNvPr id="194" name="Google Shape;194;g3a47763dc7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a47763dc73_0_28:notes"/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459584a10_0_283:notes"/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14</a:t>
            </a:fld>
            <a:endParaRPr sz="1200"/>
          </a:p>
        </p:txBody>
      </p:sp>
      <p:sp>
        <p:nvSpPr>
          <p:cNvPr id="213" name="Google Shape;213;g3a459584a10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459584a10_0_283:notes"/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47763dc73_0_0:notes"/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15</a:t>
            </a:fld>
            <a:endParaRPr sz="1200"/>
          </a:p>
        </p:txBody>
      </p:sp>
      <p:sp>
        <p:nvSpPr>
          <p:cNvPr id="223" name="Google Shape;223;g3a47763dc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a47763dc73_0_0:notes"/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47763dc73_0_15:notes"/>
          <p:cNvSpPr txBox="1">
            <a:spLocks noGrp="1"/>
          </p:cNvSpPr>
          <p:nvPr>
            <p:ph type="sldNum" idx="12"/>
          </p:nvPr>
        </p:nvSpPr>
        <p:spPr>
          <a:xfrm>
            <a:off x="3881647" y="8686800"/>
            <a:ext cx="29760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>
                <a:latin typeface="Arial"/>
                <a:ea typeface="Arial"/>
                <a:cs typeface="Arial"/>
                <a:sym typeface="Arial"/>
              </a:rPr>
              <a:t>16</a:t>
            </a:fld>
            <a:endParaRPr sz="1200"/>
          </a:p>
        </p:txBody>
      </p:sp>
      <p:sp>
        <p:nvSpPr>
          <p:cNvPr id="232" name="Google Shape;232;g3a47763dc7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3a47763dc73_0_15:notes"/>
          <p:cNvSpPr txBox="1">
            <a:spLocks noGrp="1"/>
          </p:cNvSpPr>
          <p:nvPr>
            <p:ph type="body" idx="1"/>
          </p:nvPr>
        </p:nvSpPr>
        <p:spPr>
          <a:xfrm>
            <a:off x="685799" y="4343236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0500" lvl="0" indent="-19050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1143360" y="842371"/>
            <a:ext cx="6857400" cy="17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Font typeface="Roboto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1143360" y="2701345"/>
            <a:ext cx="68574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480357" y="2122182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1"/>
          </p:nvPr>
        </p:nvSpPr>
        <p:spPr>
          <a:xfrm>
            <a:off x="457171" y="3649408"/>
            <a:ext cx="8228700" cy="1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1pPr>
            <a:lvl2pPr marL="914400" lvl="1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2pPr>
            <a:lvl3pPr marL="1371600" lvl="2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4pPr>
            <a:lvl5pPr marL="2286000" lvl="4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5pPr>
            <a:lvl6pPr marL="2743200" lvl="5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6pPr>
            <a:lvl7pPr marL="3200400" lvl="6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623520" y="1282996"/>
            <a:ext cx="78870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400"/>
              <a:buFont typeface="Roboto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623520" y="3441480"/>
            <a:ext cx="7887000" cy="11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22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5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15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15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15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480357" y="2122182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1"/>
          </p:nvPr>
        </p:nvSpPr>
        <p:spPr>
          <a:xfrm>
            <a:off x="456480" y="3648832"/>
            <a:ext cx="4044900" cy="13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1pPr>
            <a:lvl2pPr marL="914400" lvl="1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2pPr>
            <a:lvl3pPr marL="1371600" lvl="2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4pPr>
            <a:lvl5pPr marL="2286000" lvl="4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5pPr>
            <a:lvl6pPr marL="2743200" lvl="5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6pPr>
            <a:lvl7pPr marL="3200400" lvl="6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2"/>
          </p:nvPr>
        </p:nvSpPr>
        <p:spPr>
          <a:xfrm>
            <a:off x="4639680" y="3648832"/>
            <a:ext cx="4046400" cy="13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1pPr>
            <a:lvl2pPr marL="914400" lvl="1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2pPr>
            <a:lvl3pPr marL="1371600" lvl="2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4pPr>
            <a:lvl5pPr marL="2286000" lvl="4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5pPr>
            <a:lvl6pPr marL="2743200" lvl="5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6pPr>
            <a:lvl7pPr marL="3200400" lvl="6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>
            <a:spLocks noGrp="1"/>
          </p:cNvSpPr>
          <p:nvPr>
            <p:ph type="title"/>
          </p:nvPr>
        </p:nvSpPr>
        <p:spPr>
          <a:xfrm>
            <a:off x="629280" y="273590"/>
            <a:ext cx="7887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body" idx="1"/>
          </p:nvPr>
        </p:nvSpPr>
        <p:spPr>
          <a:xfrm>
            <a:off x="629280" y="1261396"/>
            <a:ext cx="38694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2200" b="1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6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5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5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5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5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body" idx="2"/>
          </p:nvPr>
        </p:nvSpPr>
        <p:spPr>
          <a:xfrm>
            <a:off x="629280" y="1879135"/>
            <a:ext cx="3869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1pPr>
            <a:lvl2pPr marL="914400" lvl="1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2pPr>
            <a:lvl3pPr marL="1371600" lvl="2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4pPr>
            <a:lvl5pPr marL="2286000" lvl="4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5pPr>
            <a:lvl6pPr marL="2743200" lvl="5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6pPr>
            <a:lvl7pPr marL="3200400" lvl="6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3"/>
          </p:nvPr>
        </p:nvSpPr>
        <p:spPr>
          <a:xfrm>
            <a:off x="4629600" y="1261396"/>
            <a:ext cx="38865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2200" b="1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6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5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5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5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5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4"/>
          </p:nvPr>
        </p:nvSpPr>
        <p:spPr>
          <a:xfrm>
            <a:off x="4629600" y="1879135"/>
            <a:ext cx="38865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1pPr>
            <a:lvl2pPr marL="914400" lvl="1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2pPr>
            <a:lvl3pPr marL="1371600" lvl="2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4pPr>
            <a:lvl5pPr marL="2286000" lvl="4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5pPr>
            <a:lvl6pPr marL="2743200" lvl="5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6pPr>
            <a:lvl7pPr marL="3200400" lvl="6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title"/>
          </p:nvPr>
        </p:nvSpPr>
        <p:spPr>
          <a:xfrm>
            <a:off x="480357" y="2122182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>
            <a:off x="629280" y="342708"/>
            <a:ext cx="2949000" cy="1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Font typeface="Roboto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>
            <a:off x="3888000" y="740134"/>
            <a:ext cx="4628100" cy="3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  <a:defRPr sz="2900"/>
            </a:lvl1pPr>
            <a:lvl2pPr marL="914400" lvl="1" indent="-3492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–"/>
              <a:defRPr sz="2500"/>
            </a:lvl2pPr>
            <a:lvl3pPr marL="1371600" lvl="2" indent="-2921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 sz="2200"/>
            </a:lvl3pPr>
            <a:lvl4pPr marL="1828800" lvl="3" indent="-3175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–"/>
              <a:defRPr sz="1800"/>
            </a:lvl4pPr>
            <a:lvl5pPr marL="2286000" lvl="4" indent="-279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1800"/>
            </a:lvl5pPr>
            <a:lvl6pPr marL="2743200" lvl="5" indent="-279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1800"/>
            </a:lvl6pPr>
            <a:lvl7pPr marL="3200400" lvl="6" indent="-279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Char char="●"/>
              <a:defRPr sz="1800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2"/>
          </p:nvPr>
        </p:nvSpPr>
        <p:spPr>
          <a:xfrm>
            <a:off x="629280" y="1543626"/>
            <a:ext cx="2949000" cy="28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5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None/>
              <a:defRPr sz="11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629280" y="342708"/>
            <a:ext cx="2949000" cy="1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Font typeface="Roboto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>
            <a:spLocks noGrp="1"/>
          </p:cNvSpPr>
          <p:nvPr>
            <p:ph type="pic" idx="2"/>
          </p:nvPr>
        </p:nvSpPr>
        <p:spPr>
          <a:xfrm>
            <a:off x="3888000" y="740134"/>
            <a:ext cx="4628100" cy="36561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>
            <a:off x="629280" y="1543626"/>
            <a:ext cx="2949000" cy="28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15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None/>
              <a:defRPr sz="11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>
            <a:spLocks noGrp="1"/>
          </p:cNvSpPr>
          <p:nvPr>
            <p:ph type="title"/>
          </p:nvPr>
        </p:nvSpPr>
        <p:spPr>
          <a:xfrm>
            <a:off x="480357" y="2122182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1"/>
          </p:nvPr>
        </p:nvSpPr>
        <p:spPr>
          <a:xfrm rot="5400000">
            <a:off x="3876484" y="230158"/>
            <a:ext cx="1390200" cy="82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1pPr>
            <a:lvl2pPr marL="914400" lvl="1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2pPr>
            <a:lvl3pPr marL="1371600" lvl="2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4pPr>
            <a:lvl5pPr marL="2286000" lvl="4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5pPr>
            <a:lvl6pPr marL="2743200" lvl="5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6pPr>
            <a:lvl7pPr marL="3200400" lvl="6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>
            <a:spLocks noGrp="1"/>
          </p:cNvSpPr>
          <p:nvPr>
            <p:ph type="title"/>
          </p:nvPr>
        </p:nvSpPr>
        <p:spPr>
          <a:xfrm rot="5400000">
            <a:off x="6219420" y="2549986"/>
            <a:ext cx="2917200" cy="20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body" idx="1"/>
          </p:nvPr>
        </p:nvSpPr>
        <p:spPr>
          <a:xfrm rot="5400000">
            <a:off x="2024100" y="554986"/>
            <a:ext cx="2917200" cy="60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1pPr>
            <a:lvl2pPr marL="914400" lvl="1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2pPr>
            <a:lvl3pPr marL="1371600" lvl="2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–"/>
              <a:defRPr/>
            </a:lvl4pPr>
            <a:lvl5pPr marL="2286000" lvl="4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5pPr>
            <a:lvl6pPr marL="2743200" lvl="5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6pPr>
            <a:lvl7pPr marL="3200400" lvl="6" indent="-27305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Char char="●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>
            <a:spLocks noGrp="1"/>
          </p:cNvSpPr>
          <p:nvPr>
            <p:ph type="ctrTitle"/>
          </p:nvPr>
        </p:nvSpPr>
        <p:spPr>
          <a:xfrm>
            <a:off x="1143360" y="842371"/>
            <a:ext cx="6857400" cy="17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Font typeface="Roboto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subTitle" idx="1"/>
          </p:nvPr>
        </p:nvSpPr>
        <p:spPr>
          <a:xfrm>
            <a:off x="1143360" y="2701345"/>
            <a:ext cx="6857400" cy="12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1300"/>
              </a:spcBef>
              <a:spcAft>
                <a:spcPts val="0"/>
              </a:spcAft>
              <a:buSzPts val="1600"/>
              <a:buNone/>
              <a:defRPr sz="2200"/>
            </a:lvl1pPr>
            <a:lvl2pPr lvl="1" algn="ctr">
              <a:spcBef>
                <a:spcPts val="130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spcBef>
                <a:spcPts val="130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>
              <a:spcBef>
                <a:spcPts val="1300"/>
              </a:spcBef>
              <a:spcAft>
                <a:spcPts val="0"/>
              </a:spcAft>
              <a:buSzPts val="1100"/>
              <a:buNone/>
              <a:defRPr sz="1500"/>
            </a:lvl4pPr>
            <a:lvl5pPr lvl="4" algn="ctr">
              <a:spcBef>
                <a:spcPts val="1300"/>
              </a:spcBef>
              <a:spcAft>
                <a:spcPts val="0"/>
              </a:spcAft>
              <a:buSzPts val="1100"/>
              <a:buNone/>
              <a:defRPr sz="1500"/>
            </a:lvl5pPr>
            <a:lvl6pPr lvl="5" algn="ctr">
              <a:spcBef>
                <a:spcPts val="1300"/>
              </a:spcBef>
              <a:spcAft>
                <a:spcPts val="0"/>
              </a:spcAft>
              <a:buSzPts val="1100"/>
              <a:buNone/>
              <a:defRPr sz="1500"/>
            </a:lvl6pPr>
            <a:lvl7pPr lvl="6" algn="ctr">
              <a:spcBef>
                <a:spcPts val="1300"/>
              </a:spcBef>
              <a:spcAft>
                <a:spcPts val="0"/>
              </a:spcAft>
              <a:buSzPts val="11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7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>
            <a:spLocks noGrp="1"/>
          </p:cNvSpPr>
          <p:nvPr>
            <p:ph type="title"/>
          </p:nvPr>
        </p:nvSpPr>
        <p:spPr>
          <a:xfrm>
            <a:off x="457171" y="727531"/>
            <a:ext cx="82287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body" idx="1"/>
          </p:nvPr>
        </p:nvSpPr>
        <p:spPr>
          <a:xfrm>
            <a:off x="457171" y="1327057"/>
            <a:ext cx="8228700" cy="37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algn="l">
              <a:spcBef>
                <a:spcPts val="1300"/>
              </a:spcBef>
              <a:spcAft>
                <a:spcPts val="0"/>
              </a:spcAft>
              <a:buSzPts val="1200"/>
              <a:buChar char="❖"/>
              <a:defRPr/>
            </a:lvl1pPr>
            <a:lvl2pPr marL="914400" lvl="1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2pPr>
            <a:lvl3pPr marL="1371600" lvl="2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3pPr>
            <a:lvl4pPr marL="1828800" lvl="3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4pPr>
            <a:lvl5pPr marL="2286000" lvl="4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5pPr>
            <a:lvl6pPr marL="2743200" lvl="5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6pPr>
            <a:lvl7pPr marL="3200400" lvl="6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9"/>
          <p:cNvSpPr txBox="1">
            <a:spLocks noGrp="1"/>
          </p:cNvSpPr>
          <p:nvPr>
            <p:ph type="title"/>
          </p:nvPr>
        </p:nvSpPr>
        <p:spPr>
          <a:xfrm>
            <a:off x="623520" y="1282996"/>
            <a:ext cx="78870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400"/>
              <a:buFont typeface="Roboto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body" idx="1"/>
          </p:nvPr>
        </p:nvSpPr>
        <p:spPr>
          <a:xfrm>
            <a:off x="623520" y="3441480"/>
            <a:ext cx="7887000" cy="11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130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30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3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9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9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>
            <a:spLocks noGrp="1"/>
          </p:cNvSpPr>
          <p:nvPr>
            <p:ph type="title"/>
          </p:nvPr>
        </p:nvSpPr>
        <p:spPr>
          <a:xfrm>
            <a:off x="457171" y="727531"/>
            <a:ext cx="82287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0"/>
          <p:cNvSpPr txBox="1">
            <a:spLocks noGrp="1"/>
          </p:cNvSpPr>
          <p:nvPr>
            <p:ph type="body" idx="1"/>
          </p:nvPr>
        </p:nvSpPr>
        <p:spPr>
          <a:xfrm>
            <a:off x="456480" y="1327634"/>
            <a:ext cx="4044900" cy="37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algn="l">
              <a:spcBef>
                <a:spcPts val="1300"/>
              </a:spcBef>
              <a:spcAft>
                <a:spcPts val="0"/>
              </a:spcAft>
              <a:buSzPts val="1200"/>
              <a:buChar char="❖"/>
              <a:defRPr/>
            </a:lvl1pPr>
            <a:lvl2pPr marL="914400" lvl="1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2pPr>
            <a:lvl3pPr marL="1371600" lvl="2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3pPr>
            <a:lvl4pPr marL="1828800" lvl="3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4pPr>
            <a:lvl5pPr marL="2286000" lvl="4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5pPr>
            <a:lvl6pPr marL="2743200" lvl="5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6pPr>
            <a:lvl7pPr marL="3200400" lvl="6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30"/>
          <p:cNvSpPr txBox="1">
            <a:spLocks noGrp="1"/>
          </p:cNvSpPr>
          <p:nvPr>
            <p:ph type="body" idx="2"/>
          </p:nvPr>
        </p:nvSpPr>
        <p:spPr>
          <a:xfrm>
            <a:off x="4639680" y="1327634"/>
            <a:ext cx="4046400" cy="37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algn="l">
              <a:spcBef>
                <a:spcPts val="1300"/>
              </a:spcBef>
              <a:spcAft>
                <a:spcPts val="0"/>
              </a:spcAft>
              <a:buSzPts val="1200"/>
              <a:buChar char="❖"/>
              <a:defRPr/>
            </a:lvl1pPr>
            <a:lvl2pPr marL="914400" lvl="1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2pPr>
            <a:lvl3pPr marL="1371600" lvl="2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3pPr>
            <a:lvl4pPr marL="1828800" lvl="3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4pPr>
            <a:lvl5pPr marL="2286000" lvl="4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5pPr>
            <a:lvl6pPr marL="2743200" lvl="5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6pPr>
            <a:lvl7pPr marL="3200400" lvl="6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0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0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1"/>
          <p:cNvSpPr txBox="1">
            <a:spLocks noGrp="1"/>
          </p:cNvSpPr>
          <p:nvPr>
            <p:ph type="title"/>
          </p:nvPr>
        </p:nvSpPr>
        <p:spPr>
          <a:xfrm>
            <a:off x="629280" y="273590"/>
            <a:ext cx="7887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1"/>
          <p:cNvSpPr txBox="1">
            <a:spLocks noGrp="1"/>
          </p:cNvSpPr>
          <p:nvPr>
            <p:ph type="body" idx="1"/>
          </p:nvPr>
        </p:nvSpPr>
        <p:spPr>
          <a:xfrm>
            <a:off x="629280" y="1261396"/>
            <a:ext cx="38694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1300"/>
              </a:spcBef>
              <a:spcAft>
                <a:spcPts val="0"/>
              </a:spcAft>
              <a:buSzPts val="1600"/>
              <a:buNone/>
              <a:defRPr sz="2200" b="1"/>
            </a:lvl1pPr>
            <a:lvl2pPr marL="914400" lvl="1" indent="-228600" algn="l">
              <a:spcBef>
                <a:spcPts val="1300"/>
              </a:spcBef>
              <a:spcAft>
                <a:spcPts val="0"/>
              </a:spcAft>
              <a:buSzPts val="1400"/>
              <a:buNone/>
              <a:defRPr sz="1800" b="1"/>
            </a:lvl2pPr>
            <a:lvl3pPr marL="1371600" lvl="2" indent="-228600" algn="l">
              <a:spcBef>
                <a:spcPts val="1300"/>
              </a:spcBef>
              <a:spcAft>
                <a:spcPts val="0"/>
              </a:spcAft>
              <a:buSzPts val="1200"/>
              <a:buNone/>
              <a:defRPr sz="1600" b="1"/>
            </a:lvl3pPr>
            <a:lvl4pPr marL="1828800" lvl="3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 b="1"/>
            </a:lvl4pPr>
            <a:lvl5pPr marL="2286000" lvl="4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 b="1"/>
            </a:lvl5pPr>
            <a:lvl6pPr marL="2743200" lvl="5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 b="1"/>
            </a:lvl6pPr>
            <a:lvl7pPr marL="3200400" lvl="6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126" name="Google Shape;126;p31"/>
          <p:cNvSpPr txBox="1">
            <a:spLocks noGrp="1"/>
          </p:cNvSpPr>
          <p:nvPr>
            <p:ph type="body" idx="2"/>
          </p:nvPr>
        </p:nvSpPr>
        <p:spPr>
          <a:xfrm>
            <a:off x="629280" y="1879135"/>
            <a:ext cx="3869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algn="l">
              <a:spcBef>
                <a:spcPts val="1300"/>
              </a:spcBef>
              <a:spcAft>
                <a:spcPts val="0"/>
              </a:spcAft>
              <a:buSzPts val="1200"/>
              <a:buChar char="❖"/>
              <a:defRPr/>
            </a:lvl1pPr>
            <a:lvl2pPr marL="914400" lvl="1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2pPr>
            <a:lvl3pPr marL="1371600" lvl="2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3pPr>
            <a:lvl4pPr marL="1828800" lvl="3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4pPr>
            <a:lvl5pPr marL="2286000" lvl="4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5pPr>
            <a:lvl6pPr marL="2743200" lvl="5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6pPr>
            <a:lvl7pPr marL="3200400" lvl="6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3"/>
          </p:nvPr>
        </p:nvSpPr>
        <p:spPr>
          <a:xfrm>
            <a:off x="4629600" y="1261396"/>
            <a:ext cx="38865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1300"/>
              </a:spcBef>
              <a:spcAft>
                <a:spcPts val="0"/>
              </a:spcAft>
              <a:buSzPts val="1600"/>
              <a:buNone/>
              <a:defRPr sz="2200" b="1"/>
            </a:lvl1pPr>
            <a:lvl2pPr marL="914400" lvl="1" indent="-228600" algn="l">
              <a:spcBef>
                <a:spcPts val="1300"/>
              </a:spcBef>
              <a:spcAft>
                <a:spcPts val="0"/>
              </a:spcAft>
              <a:buSzPts val="1400"/>
              <a:buNone/>
              <a:defRPr sz="1800" b="1"/>
            </a:lvl2pPr>
            <a:lvl3pPr marL="1371600" lvl="2" indent="-228600" algn="l">
              <a:spcBef>
                <a:spcPts val="1300"/>
              </a:spcBef>
              <a:spcAft>
                <a:spcPts val="0"/>
              </a:spcAft>
              <a:buSzPts val="1200"/>
              <a:buNone/>
              <a:defRPr sz="1600" b="1"/>
            </a:lvl3pPr>
            <a:lvl4pPr marL="1828800" lvl="3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 b="1"/>
            </a:lvl4pPr>
            <a:lvl5pPr marL="2286000" lvl="4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 b="1"/>
            </a:lvl5pPr>
            <a:lvl6pPr marL="2743200" lvl="5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 b="1"/>
            </a:lvl6pPr>
            <a:lvl7pPr marL="3200400" lvl="6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body" idx="4"/>
          </p:nvPr>
        </p:nvSpPr>
        <p:spPr>
          <a:xfrm>
            <a:off x="4629600" y="1879135"/>
            <a:ext cx="38865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algn="l">
              <a:spcBef>
                <a:spcPts val="1300"/>
              </a:spcBef>
              <a:spcAft>
                <a:spcPts val="0"/>
              </a:spcAft>
              <a:buSzPts val="1200"/>
              <a:buChar char="❖"/>
              <a:defRPr/>
            </a:lvl1pPr>
            <a:lvl2pPr marL="914400" lvl="1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2pPr>
            <a:lvl3pPr marL="1371600" lvl="2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3pPr>
            <a:lvl4pPr marL="1828800" lvl="3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4pPr>
            <a:lvl5pPr marL="2286000" lvl="4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5pPr>
            <a:lvl6pPr marL="2743200" lvl="5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6pPr>
            <a:lvl7pPr marL="3200400" lvl="6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457171" y="727531"/>
            <a:ext cx="82287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2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3"/>
          <p:cNvSpPr txBox="1">
            <a:spLocks noGrp="1"/>
          </p:cNvSpPr>
          <p:nvPr>
            <p:ph type="title"/>
          </p:nvPr>
        </p:nvSpPr>
        <p:spPr>
          <a:xfrm>
            <a:off x="629280" y="342708"/>
            <a:ext cx="2949000" cy="1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Font typeface="Roboto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3"/>
          <p:cNvSpPr txBox="1">
            <a:spLocks noGrp="1"/>
          </p:cNvSpPr>
          <p:nvPr>
            <p:ph type="body" idx="1"/>
          </p:nvPr>
        </p:nvSpPr>
        <p:spPr>
          <a:xfrm>
            <a:off x="3888000" y="740134"/>
            <a:ext cx="4628100" cy="3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68300" algn="l">
              <a:spcBef>
                <a:spcPts val="1300"/>
              </a:spcBef>
              <a:spcAft>
                <a:spcPts val="0"/>
              </a:spcAft>
              <a:buSzPts val="2200"/>
              <a:buChar char="❖"/>
              <a:defRPr sz="2900"/>
            </a:lvl1pPr>
            <a:lvl2pPr marL="914400" lvl="1" indent="-349250" algn="l">
              <a:spcBef>
                <a:spcPts val="1300"/>
              </a:spcBef>
              <a:spcAft>
                <a:spcPts val="0"/>
              </a:spcAft>
              <a:buSzPts val="1900"/>
              <a:buChar char="➢"/>
              <a:defRPr sz="2500"/>
            </a:lvl2pPr>
            <a:lvl3pPr marL="1371600" lvl="2" indent="-330200" algn="l">
              <a:spcBef>
                <a:spcPts val="1300"/>
              </a:spcBef>
              <a:spcAft>
                <a:spcPts val="0"/>
              </a:spcAft>
              <a:buSzPts val="1600"/>
              <a:buChar char="➢"/>
              <a:defRPr sz="2200"/>
            </a:lvl3pPr>
            <a:lvl4pPr marL="1828800" lvl="3" indent="-317500" algn="l">
              <a:spcBef>
                <a:spcPts val="1300"/>
              </a:spcBef>
              <a:spcAft>
                <a:spcPts val="0"/>
              </a:spcAft>
              <a:buSzPts val="1400"/>
              <a:buChar char="➢"/>
              <a:defRPr sz="1800"/>
            </a:lvl4pPr>
            <a:lvl5pPr marL="2286000" lvl="4" indent="-317500" algn="l">
              <a:spcBef>
                <a:spcPts val="1300"/>
              </a:spcBef>
              <a:spcAft>
                <a:spcPts val="0"/>
              </a:spcAft>
              <a:buSzPts val="1400"/>
              <a:buChar char="➢"/>
              <a:defRPr sz="1800"/>
            </a:lvl5pPr>
            <a:lvl6pPr marL="2743200" lvl="5" indent="-317500" algn="l">
              <a:spcBef>
                <a:spcPts val="1300"/>
              </a:spcBef>
              <a:spcAft>
                <a:spcPts val="0"/>
              </a:spcAft>
              <a:buSzPts val="1400"/>
              <a:buChar char="➢"/>
              <a:defRPr sz="1800"/>
            </a:lvl6pPr>
            <a:lvl7pPr marL="3200400" lvl="6" indent="-317500" algn="l">
              <a:spcBef>
                <a:spcPts val="1300"/>
              </a:spcBef>
              <a:spcAft>
                <a:spcPts val="0"/>
              </a:spcAft>
              <a:buSzPts val="1400"/>
              <a:buChar char="➢"/>
              <a:defRPr sz="1800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8" name="Google Shape;138;p33"/>
          <p:cNvSpPr txBox="1">
            <a:spLocks noGrp="1"/>
          </p:cNvSpPr>
          <p:nvPr>
            <p:ph type="body" idx="2"/>
          </p:nvPr>
        </p:nvSpPr>
        <p:spPr>
          <a:xfrm>
            <a:off x="629280" y="1543626"/>
            <a:ext cx="2949000" cy="28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/>
            </a:lvl1pPr>
            <a:lvl2pPr marL="914400" lvl="1" indent="-228600" algn="l">
              <a:spcBef>
                <a:spcPts val="1300"/>
              </a:spcBef>
              <a:spcAft>
                <a:spcPts val="0"/>
              </a:spcAft>
              <a:buSzPts val="1000"/>
              <a:buNone/>
              <a:defRPr sz="1300"/>
            </a:lvl2pPr>
            <a:lvl3pPr marL="1371600" lvl="2" indent="-228600" algn="l">
              <a:spcBef>
                <a:spcPts val="1300"/>
              </a:spcBef>
              <a:spcAft>
                <a:spcPts val="0"/>
              </a:spcAft>
              <a:buSzPts val="800"/>
              <a:buNone/>
              <a:defRPr sz="1100"/>
            </a:lvl3pPr>
            <a:lvl4pPr marL="1828800" lvl="3" indent="-228600" algn="l">
              <a:spcBef>
                <a:spcPts val="1300"/>
              </a:spcBef>
              <a:spcAft>
                <a:spcPts val="0"/>
              </a:spcAft>
              <a:buSzPts val="700"/>
              <a:buNone/>
              <a:defRPr sz="900"/>
            </a:lvl4pPr>
            <a:lvl5pPr marL="2286000" lvl="4" indent="-228600" algn="l">
              <a:spcBef>
                <a:spcPts val="1300"/>
              </a:spcBef>
              <a:spcAft>
                <a:spcPts val="0"/>
              </a:spcAft>
              <a:buSzPts val="700"/>
              <a:buNone/>
              <a:defRPr sz="900"/>
            </a:lvl5pPr>
            <a:lvl6pPr marL="2743200" lvl="5" indent="-228600" algn="l">
              <a:spcBef>
                <a:spcPts val="1300"/>
              </a:spcBef>
              <a:spcAft>
                <a:spcPts val="0"/>
              </a:spcAft>
              <a:buSzPts val="700"/>
              <a:buNone/>
              <a:defRPr sz="900"/>
            </a:lvl6pPr>
            <a:lvl7pPr marL="3200400" lvl="6" indent="-228600" algn="l">
              <a:spcBef>
                <a:spcPts val="1300"/>
              </a:spcBef>
              <a:spcAft>
                <a:spcPts val="0"/>
              </a:spcAft>
              <a:buSzPts val="7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3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4"/>
          <p:cNvSpPr txBox="1">
            <a:spLocks noGrp="1"/>
          </p:cNvSpPr>
          <p:nvPr>
            <p:ph type="title"/>
          </p:nvPr>
        </p:nvSpPr>
        <p:spPr>
          <a:xfrm>
            <a:off x="629280" y="342708"/>
            <a:ext cx="2949000" cy="1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Font typeface="Roboto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4"/>
          <p:cNvSpPr>
            <a:spLocks noGrp="1"/>
          </p:cNvSpPr>
          <p:nvPr>
            <p:ph type="pic" idx="2"/>
          </p:nvPr>
        </p:nvSpPr>
        <p:spPr>
          <a:xfrm>
            <a:off x="3888000" y="740134"/>
            <a:ext cx="4628100" cy="36561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4"/>
          <p:cNvSpPr txBox="1">
            <a:spLocks noGrp="1"/>
          </p:cNvSpPr>
          <p:nvPr>
            <p:ph type="body" idx="1"/>
          </p:nvPr>
        </p:nvSpPr>
        <p:spPr>
          <a:xfrm>
            <a:off x="629280" y="1543626"/>
            <a:ext cx="2949000" cy="28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1300"/>
              </a:spcBef>
              <a:spcAft>
                <a:spcPts val="0"/>
              </a:spcAft>
              <a:buSzPts val="1100"/>
              <a:buNone/>
              <a:defRPr sz="1500"/>
            </a:lvl1pPr>
            <a:lvl2pPr marL="914400" lvl="1" indent="-228600" algn="l">
              <a:spcBef>
                <a:spcPts val="1300"/>
              </a:spcBef>
              <a:spcAft>
                <a:spcPts val="0"/>
              </a:spcAft>
              <a:buSzPts val="1000"/>
              <a:buNone/>
              <a:defRPr sz="1300"/>
            </a:lvl2pPr>
            <a:lvl3pPr marL="1371600" lvl="2" indent="-228600" algn="l">
              <a:spcBef>
                <a:spcPts val="1300"/>
              </a:spcBef>
              <a:spcAft>
                <a:spcPts val="0"/>
              </a:spcAft>
              <a:buSzPts val="800"/>
              <a:buNone/>
              <a:defRPr sz="1100"/>
            </a:lvl3pPr>
            <a:lvl4pPr marL="1828800" lvl="3" indent="-228600" algn="l">
              <a:spcBef>
                <a:spcPts val="1300"/>
              </a:spcBef>
              <a:spcAft>
                <a:spcPts val="0"/>
              </a:spcAft>
              <a:buSzPts val="700"/>
              <a:buNone/>
              <a:defRPr sz="900"/>
            </a:lvl4pPr>
            <a:lvl5pPr marL="2286000" lvl="4" indent="-228600" algn="l">
              <a:spcBef>
                <a:spcPts val="1300"/>
              </a:spcBef>
              <a:spcAft>
                <a:spcPts val="0"/>
              </a:spcAft>
              <a:buSzPts val="700"/>
              <a:buNone/>
              <a:defRPr sz="900"/>
            </a:lvl5pPr>
            <a:lvl6pPr marL="2743200" lvl="5" indent="-228600" algn="l">
              <a:spcBef>
                <a:spcPts val="1300"/>
              </a:spcBef>
              <a:spcAft>
                <a:spcPts val="0"/>
              </a:spcAft>
              <a:buSzPts val="700"/>
              <a:buNone/>
              <a:defRPr sz="900"/>
            </a:lvl6pPr>
            <a:lvl7pPr marL="3200400" lvl="6" indent="-228600" algn="l">
              <a:spcBef>
                <a:spcPts val="1300"/>
              </a:spcBef>
              <a:spcAft>
                <a:spcPts val="0"/>
              </a:spcAft>
              <a:buSzPts val="7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5" name="Google Shape;145;p34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4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5"/>
          <p:cNvSpPr txBox="1">
            <a:spLocks noGrp="1"/>
          </p:cNvSpPr>
          <p:nvPr>
            <p:ph type="title"/>
          </p:nvPr>
        </p:nvSpPr>
        <p:spPr>
          <a:xfrm>
            <a:off x="457171" y="727531"/>
            <a:ext cx="82287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5"/>
          <p:cNvSpPr txBox="1">
            <a:spLocks noGrp="1"/>
          </p:cNvSpPr>
          <p:nvPr>
            <p:ph type="body" idx="1"/>
          </p:nvPr>
        </p:nvSpPr>
        <p:spPr>
          <a:xfrm rot="5400000">
            <a:off x="2705434" y="-921143"/>
            <a:ext cx="3732300" cy="82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algn="l">
              <a:spcBef>
                <a:spcPts val="1300"/>
              </a:spcBef>
              <a:spcAft>
                <a:spcPts val="0"/>
              </a:spcAft>
              <a:buSzPts val="1200"/>
              <a:buChar char="❖"/>
              <a:defRPr/>
            </a:lvl1pPr>
            <a:lvl2pPr marL="914400" lvl="1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2pPr>
            <a:lvl3pPr marL="1371600" lvl="2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3pPr>
            <a:lvl4pPr marL="1828800" lvl="3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4pPr>
            <a:lvl5pPr marL="2286000" lvl="4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5pPr>
            <a:lvl6pPr marL="2743200" lvl="5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6pPr>
            <a:lvl7pPr marL="3200400" lvl="6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5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5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 txBox="1">
            <a:spLocks noGrp="1"/>
          </p:cNvSpPr>
          <p:nvPr>
            <p:ph type="title"/>
          </p:nvPr>
        </p:nvSpPr>
        <p:spPr>
          <a:xfrm rot="5400000">
            <a:off x="5491530" y="1865525"/>
            <a:ext cx="4332900" cy="20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body" idx="1"/>
          </p:nvPr>
        </p:nvSpPr>
        <p:spPr>
          <a:xfrm rot="5400000">
            <a:off x="1307520" y="-123925"/>
            <a:ext cx="4332900" cy="60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algn="l">
              <a:spcBef>
                <a:spcPts val="1300"/>
              </a:spcBef>
              <a:spcAft>
                <a:spcPts val="0"/>
              </a:spcAft>
              <a:buSzPts val="1200"/>
              <a:buChar char="❖"/>
              <a:defRPr/>
            </a:lvl1pPr>
            <a:lvl2pPr marL="914400" lvl="1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2pPr>
            <a:lvl3pPr marL="1371600" lvl="2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3pPr>
            <a:lvl4pPr marL="1828800" lvl="3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4pPr>
            <a:lvl5pPr marL="2286000" lvl="4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5pPr>
            <a:lvl6pPr marL="2743200" lvl="5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6pPr>
            <a:lvl7pPr marL="3200400" lvl="6" indent="-304800" algn="l">
              <a:spcBef>
                <a:spcPts val="1300"/>
              </a:spcBef>
              <a:spcAft>
                <a:spcPts val="0"/>
              </a:spcAft>
              <a:buSzPts val="1200"/>
              <a:buChar char="➢"/>
              <a:defRPr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3566467"/>
            <a:ext cx="9143442" cy="157653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073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480357" y="2122182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 b="0" i="0" u="none" strike="noStrike" cap="non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457171" y="3649408"/>
            <a:ext cx="8228700" cy="1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79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to Sans Symbols"/>
              <a:buChar char="●"/>
              <a:defRPr sz="18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Symbols"/>
              <a:buChar char="–"/>
              <a:defRPr sz="18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79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to Sans Symbols"/>
              <a:buChar char="●"/>
              <a:defRPr sz="18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Symbols"/>
              <a:buChar char="–"/>
              <a:defRPr sz="18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79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to Sans Symbols"/>
              <a:buChar char="●"/>
              <a:defRPr sz="18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79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to Sans Symbols"/>
              <a:buChar char="●"/>
              <a:defRPr sz="18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94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to Sans Symbols"/>
              <a:buChar char="●"/>
              <a:defRPr sz="18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41497" y="459114"/>
            <a:ext cx="8260478" cy="138289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>
            <a:off x="457171" y="727531"/>
            <a:ext cx="82287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 b="0" i="0" u="none" strike="noStrike" cap="non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body" idx="1"/>
          </p:nvPr>
        </p:nvSpPr>
        <p:spPr>
          <a:xfrm>
            <a:off x="457171" y="1327057"/>
            <a:ext cx="8228700" cy="37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17500" algn="l">
              <a:spcBef>
                <a:spcPts val="1300"/>
              </a:spcBef>
              <a:spcAft>
                <a:spcPts val="0"/>
              </a:spcAft>
              <a:buClr>
                <a:srgbClr val="0073C0"/>
              </a:buClr>
              <a:buSzPts val="1400"/>
              <a:buFont typeface="Noto Sans Symbols"/>
              <a:buChar char="❖"/>
              <a:defRPr sz="1800" b="0" i="0" u="none" strike="noStrike" cap="non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>
              <a:spcBef>
                <a:spcPts val="1300"/>
              </a:spcBef>
              <a:spcAft>
                <a:spcPts val="0"/>
              </a:spcAft>
              <a:buClr>
                <a:srgbClr val="0073C0"/>
              </a:buClr>
              <a:buSzPts val="1400"/>
              <a:buFont typeface="Noto Sans Symbols"/>
              <a:buChar char="➢"/>
              <a:defRPr sz="1800" b="0" i="0" u="none" strike="noStrike" cap="non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>
              <a:spcBef>
                <a:spcPts val="1300"/>
              </a:spcBef>
              <a:spcAft>
                <a:spcPts val="0"/>
              </a:spcAft>
              <a:buClr>
                <a:srgbClr val="0073C0"/>
              </a:buClr>
              <a:buSzPts val="1400"/>
              <a:buFont typeface="Noto Sans Symbols"/>
              <a:buChar char="➢"/>
              <a:defRPr sz="1800" b="0" i="0" u="none" strike="noStrike" cap="non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>
              <a:spcBef>
                <a:spcPts val="1300"/>
              </a:spcBef>
              <a:spcAft>
                <a:spcPts val="0"/>
              </a:spcAft>
              <a:buClr>
                <a:srgbClr val="0073C0"/>
              </a:buClr>
              <a:buSzPts val="1400"/>
              <a:buFont typeface="Noto Sans Symbols"/>
              <a:buChar char="➢"/>
              <a:defRPr sz="1800" b="0" i="0" u="none" strike="noStrike" cap="non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>
              <a:spcBef>
                <a:spcPts val="1300"/>
              </a:spcBef>
              <a:spcAft>
                <a:spcPts val="0"/>
              </a:spcAft>
              <a:buClr>
                <a:srgbClr val="0073C0"/>
              </a:buClr>
              <a:buSzPts val="1400"/>
              <a:buFont typeface="Noto Sans Symbols"/>
              <a:buChar char="➢"/>
              <a:defRPr sz="1800" b="0" i="0" u="none" strike="noStrike" cap="non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>
              <a:spcBef>
                <a:spcPts val="1300"/>
              </a:spcBef>
              <a:spcAft>
                <a:spcPts val="0"/>
              </a:spcAft>
              <a:buClr>
                <a:srgbClr val="0073C0"/>
              </a:buClr>
              <a:buSzPts val="1400"/>
              <a:buFont typeface="Noto Sans Symbols"/>
              <a:buChar char="➢"/>
              <a:defRPr sz="1800" b="0" i="0" u="none" strike="noStrike" cap="non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>
              <a:spcBef>
                <a:spcPts val="1300"/>
              </a:spcBef>
              <a:spcAft>
                <a:spcPts val="0"/>
              </a:spcAft>
              <a:buClr>
                <a:srgbClr val="0073C0"/>
              </a:buClr>
              <a:buSzPts val="1400"/>
              <a:buFont typeface="Noto Sans Symbols"/>
              <a:buChar char="➢"/>
              <a:defRPr sz="1800" b="0" i="0" u="none" strike="noStrike" cap="none"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spcBef>
                <a:spcPts val="0"/>
              </a:spcBef>
              <a:buClr>
                <a:schemeClr val="dk1"/>
              </a:buClr>
              <a:buSzPts val="1100"/>
              <a:buFont typeface="Roboto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6" name="Google Shape;96;p25"/>
          <p:cNvCxnSpPr/>
          <p:nvPr/>
        </p:nvCxnSpPr>
        <p:spPr>
          <a:xfrm>
            <a:off x="0" y="663528"/>
            <a:ext cx="9143400" cy="0"/>
          </a:xfrm>
          <a:prstGeom prst="straightConnector1">
            <a:avLst/>
          </a:prstGeom>
          <a:noFill/>
          <a:ln w="36700" cap="flat" cmpd="sng">
            <a:solidFill>
              <a:srgbClr val="0073C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7" name="Google Shape;97;p2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7171" y="82941"/>
            <a:ext cx="3187355" cy="5335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25"/>
          <p:cNvCxnSpPr/>
          <p:nvPr/>
        </p:nvCxnSpPr>
        <p:spPr>
          <a:xfrm>
            <a:off x="7897314" y="0"/>
            <a:ext cx="0" cy="165900"/>
          </a:xfrm>
          <a:prstGeom prst="straightConnector1">
            <a:avLst/>
          </a:prstGeom>
          <a:noFill/>
          <a:ln w="18350" cap="flat" cmpd="sng">
            <a:solidFill>
              <a:srgbClr val="0073C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>
            <a:spLocks noGrp="1"/>
          </p:cNvSpPr>
          <p:nvPr>
            <p:ph type="title" idx="4294967295"/>
          </p:nvPr>
        </p:nvSpPr>
        <p:spPr>
          <a:xfrm>
            <a:off x="480357" y="2122284"/>
            <a:ext cx="82287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</a:pPr>
            <a:r>
              <a:rPr lang="en-GB" sz="2400" b="1" dirty="0">
                <a:solidFill>
                  <a:schemeClr val="dk1"/>
                </a:solidFill>
                <a:highlight>
                  <a:srgbClr val="FFFFFF"/>
                </a:highlight>
              </a:rPr>
              <a:t>Investigating Response-Driven Prompting Methods for LLM Efficiency</a:t>
            </a:r>
            <a:br>
              <a:rPr lang="en-GB" sz="2400" b="1" dirty="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GB" sz="2400" b="1" dirty="0">
                <a:solidFill>
                  <a:schemeClr val="dk1"/>
                </a:solidFill>
                <a:highlight>
                  <a:srgbClr val="FFFFFF"/>
                </a:highlight>
              </a:rPr>
              <a:t>Winter 2025/2026</a:t>
            </a:r>
            <a:endParaRPr sz="2400" b="1" dirty="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2C037-72C3-E158-1E29-B976B722AB1F}"/>
              </a:ext>
            </a:extLst>
          </p:cNvPr>
          <p:cNvSpPr txBox="1"/>
          <p:nvPr/>
        </p:nvSpPr>
        <p:spPr>
          <a:xfrm>
            <a:off x="3273552" y="417427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dirty="0">
                <a:solidFill>
                  <a:schemeClr val="bg1"/>
                </a:solidFill>
                <a:effectLst/>
                <a:latin typeface="+mn-lt"/>
              </a:rPr>
              <a:t>Yashashwini S Awate (256228)| RTBI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19.11.2025</a:t>
            </a:r>
            <a:endParaRPr/>
          </a:p>
        </p:txBody>
      </p:sp>
      <p:sp>
        <p:nvSpPr>
          <p:cNvPr id="170" name="Google Shape;170;p38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2</a:t>
            </a:fld>
            <a:endParaRPr/>
          </a:p>
        </p:txBody>
      </p:sp>
      <p:sp>
        <p:nvSpPr>
          <p:cNvPr id="171" name="Google Shape;171;p38"/>
          <p:cNvSpPr txBox="1"/>
          <p:nvPr/>
        </p:nvSpPr>
        <p:spPr>
          <a:xfrm>
            <a:off x="662560" y="944971"/>
            <a:ext cx="7818880" cy="347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400" b="1" dirty="0"/>
              <a:t>Motivation</a:t>
            </a:r>
          </a:p>
          <a:p>
            <a:pPr lvl="0"/>
            <a:endParaRPr sz="10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LLMs deliver high-quality outputs, but large context windows, verbose prompts, and repeated interactions increase token usage and inference cost.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Designing prompts to directly guide the required response format/length/quality and to reduce unnecessary model reasoning can lower tokens per response and reduce latency while keeping or improving relevance.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Recent surveys and applied work on prompt compression, prompt tuning, and RAG show this is an active area with practical cost/latency gains.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A5F2D00B-7002-6B3D-CC56-452CDE53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>
            <a:extLst>
              <a:ext uri="{FF2B5EF4-FFF2-40B4-BE49-F238E27FC236}">
                <a16:creationId xmlns:a16="http://schemas.microsoft.com/office/drawing/2014/main" id="{1E2BB532-3228-860E-F2CC-2C1BC6F0FC4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19.11.2025</a:t>
            </a:r>
            <a:endParaRPr/>
          </a:p>
        </p:txBody>
      </p:sp>
      <p:sp>
        <p:nvSpPr>
          <p:cNvPr id="170" name="Google Shape;170;p38">
            <a:extLst>
              <a:ext uri="{FF2B5EF4-FFF2-40B4-BE49-F238E27FC236}">
                <a16:creationId xmlns:a16="http://schemas.microsoft.com/office/drawing/2014/main" id="{CC2507FB-0617-ADB1-1FB0-70575C92E6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3</a:t>
            </a:fld>
            <a:endParaRPr/>
          </a:p>
        </p:txBody>
      </p:sp>
      <p:sp>
        <p:nvSpPr>
          <p:cNvPr id="171" name="Google Shape;171;p38">
            <a:extLst>
              <a:ext uri="{FF2B5EF4-FFF2-40B4-BE49-F238E27FC236}">
                <a16:creationId xmlns:a16="http://schemas.microsoft.com/office/drawing/2014/main" id="{79B90528-B6C8-A616-785E-383F26695A18}"/>
              </a:ext>
            </a:extLst>
          </p:cNvPr>
          <p:cNvSpPr txBox="1"/>
          <p:nvPr/>
        </p:nvSpPr>
        <p:spPr>
          <a:xfrm>
            <a:off x="288800" y="957163"/>
            <a:ext cx="8855200" cy="356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400" b="1" dirty="0"/>
              <a:t>Research Gap</a:t>
            </a:r>
          </a:p>
          <a:p>
            <a:pPr lvl="0"/>
            <a:endParaRPr sz="10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Although much research has addressed model-architecture improvement and fine-tuning techniques, less attention has been given to the </a:t>
            </a:r>
            <a:r>
              <a:rPr lang="en-IN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of prompting methods</a:t>
            </a:r>
            <a:r>
              <a:rPr lang="en-IN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that proactively reduce resource consumption while preserving or improving the relevance and clarity of the model’s response.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particular, “response-driven prompting” where the prompt is adapted based on the desired response or feedback from the model’s prior output — offers a promising yet under-explored strategy for achieving efficient outcomes.</a:t>
            </a:r>
          </a:p>
        </p:txBody>
      </p:sp>
    </p:spTree>
    <p:extLst>
      <p:ext uri="{BB962C8B-B14F-4D97-AF65-F5344CB8AC3E}">
        <p14:creationId xmlns:p14="http://schemas.microsoft.com/office/powerpoint/2010/main" val="364441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C4939F63-5ECB-B751-D557-1CDF5F42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>
            <a:extLst>
              <a:ext uri="{FF2B5EF4-FFF2-40B4-BE49-F238E27FC236}">
                <a16:creationId xmlns:a16="http://schemas.microsoft.com/office/drawing/2014/main" id="{0589CEC5-A6D6-5351-07AB-8C50C9226B3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19.11.2025</a:t>
            </a:r>
            <a:endParaRPr/>
          </a:p>
        </p:txBody>
      </p:sp>
      <p:sp>
        <p:nvSpPr>
          <p:cNvPr id="170" name="Google Shape;170;p38">
            <a:extLst>
              <a:ext uri="{FF2B5EF4-FFF2-40B4-BE49-F238E27FC236}">
                <a16:creationId xmlns:a16="http://schemas.microsoft.com/office/drawing/2014/main" id="{BA883D4A-B191-0652-ED74-092AE68EEA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4</a:t>
            </a:fld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362A18-C45B-C466-FAB2-482C0844A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381813"/>
              </p:ext>
            </p:extLst>
          </p:nvPr>
        </p:nvGraphicFramePr>
        <p:xfrm>
          <a:off x="652272" y="804673"/>
          <a:ext cx="7839456" cy="4072128"/>
        </p:xfrm>
        <a:graphic>
          <a:graphicData uri="http://schemas.openxmlformats.org/drawingml/2006/table">
            <a:tbl>
              <a:tblPr/>
              <a:tblGrid>
                <a:gridCol w="3919728">
                  <a:extLst>
                    <a:ext uri="{9D8B030D-6E8A-4147-A177-3AD203B41FA5}">
                      <a16:colId xmlns:a16="http://schemas.microsoft.com/office/drawing/2014/main" val="1971586408"/>
                    </a:ext>
                  </a:extLst>
                </a:gridCol>
                <a:gridCol w="3919728">
                  <a:extLst>
                    <a:ext uri="{9D8B030D-6E8A-4147-A177-3AD203B41FA5}">
                      <a16:colId xmlns:a16="http://schemas.microsoft.com/office/drawing/2014/main" val="1828504535"/>
                    </a:ext>
                  </a:extLst>
                </a:gridCol>
              </a:tblGrid>
              <a:tr h="533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ID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Research Question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400708"/>
                  </a:ext>
                </a:extLst>
              </a:tr>
              <a:tr h="1101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RQ1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How can we design prompts that make LLMs give faster and clearer answers?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928359"/>
                  </a:ext>
                </a:extLst>
              </a:tr>
              <a:tr h="1334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RQ2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What are the main ways researchers measure the efficiency of LLM prompts?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513519"/>
                  </a:ext>
                </a:extLst>
              </a:tr>
              <a:tr h="11019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rbel"/>
                          <a:ea typeface="+mn-ea"/>
                          <a:cs typeface="+mn-cs"/>
                        </a:rPr>
                        <a:t>RQ3 (O)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rbel"/>
                          <a:ea typeface="+mn-ea"/>
                          <a:cs typeface="+mn-cs"/>
                        </a:rPr>
                        <a:t>Which response-driven prompting methods help reduce computation and improve accuracy?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23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39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D3366E47-DE72-987D-8517-D092D20B1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>
            <a:extLst>
              <a:ext uri="{FF2B5EF4-FFF2-40B4-BE49-F238E27FC236}">
                <a16:creationId xmlns:a16="http://schemas.microsoft.com/office/drawing/2014/main" id="{A02A2F85-D13D-8344-0487-666E04AE5BA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19.11.2025</a:t>
            </a:r>
            <a:endParaRPr/>
          </a:p>
        </p:txBody>
      </p:sp>
      <p:sp>
        <p:nvSpPr>
          <p:cNvPr id="170" name="Google Shape;170;p38">
            <a:extLst>
              <a:ext uri="{FF2B5EF4-FFF2-40B4-BE49-F238E27FC236}">
                <a16:creationId xmlns:a16="http://schemas.microsoft.com/office/drawing/2014/main" id="{53CAFB0D-E04E-2099-DC1F-38B935E11B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5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6C091C-7BDD-8B0F-244B-86F808915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195089"/>
              </p:ext>
            </p:extLst>
          </p:nvPr>
        </p:nvGraphicFramePr>
        <p:xfrm>
          <a:off x="268224" y="693818"/>
          <a:ext cx="8668512" cy="4698909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2710688">
                  <a:extLst>
                    <a:ext uri="{9D8B030D-6E8A-4147-A177-3AD203B41FA5}">
                      <a16:colId xmlns:a16="http://schemas.microsoft.com/office/drawing/2014/main" val="3485892498"/>
                    </a:ext>
                  </a:extLst>
                </a:gridCol>
                <a:gridCol w="2978912">
                  <a:extLst>
                    <a:ext uri="{9D8B030D-6E8A-4147-A177-3AD203B41FA5}">
                      <a16:colId xmlns:a16="http://schemas.microsoft.com/office/drawing/2014/main" val="3095132001"/>
                    </a:ext>
                  </a:extLst>
                </a:gridCol>
                <a:gridCol w="2978912">
                  <a:extLst>
                    <a:ext uri="{9D8B030D-6E8A-4147-A177-3AD203B41FA5}">
                      <a16:colId xmlns:a16="http://schemas.microsoft.com/office/drawing/2014/main" val="439770371"/>
                    </a:ext>
                  </a:extLst>
                </a:gridCol>
              </a:tblGrid>
              <a:tr h="431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Criteria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Inclusion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Exclusion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301034"/>
                  </a:ext>
                </a:extLst>
              </a:tr>
              <a:tr h="253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2020–2025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Before 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295389"/>
                  </a:ext>
                </a:extLst>
              </a:tr>
              <a:tr h="253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Non-English papers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334452"/>
                  </a:ext>
                </a:extLst>
              </a:tr>
              <a:tr h="431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Prompt Engineering / LLM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General NLP not using prompts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424279"/>
                  </a:ext>
                </a:extLst>
              </a:tr>
              <a:tr h="2945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IEEE,Scopus</a:t>
                      </a:r>
                      <a:r>
                        <a:rPr lang="en-IN" sz="1600" dirty="0"/>
                        <a:t>, 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articles, journals conference papers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preprints (2022-2025) focusing on prompting methods for LLMs.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Studies addressing both output quality </a:t>
                      </a:r>
                      <a:r>
                        <a:rPr lang="en-IN" sz="16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efficiency/resource trade-offs.</a:t>
                      </a:r>
                    </a:p>
                    <a:p>
                      <a:pPr>
                        <a:buNone/>
                      </a:pP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Blogs, non-peer-reviewed sources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Studies that address only fine-tuning or model architecture (without prompt design).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outdated (&lt;2020) prompting studies.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52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424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95279ACD-7ACF-13D8-19BA-EFB6F985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>
            <a:extLst>
              <a:ext uri="{FF2B5EF4-FFF2-40B4-BE49-F238E27FC236}">
                <a16:creationId xmlns:a16="http://schemas.microsoft.com/office/drawing/2014/main" id="{635403ED-B2AB-8FD4-57EF-906A18DDC17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19.11.2025</a:t>
            </a:r>
            <a:endParaRPr/>
          </a:p>
        </p:txBody>
      </p:sp>
      <p:sp>
        <p:nvSpPr>
          <p:cNvPr id="170" name="Google Shape;170;p38">
            <a:extLst>
              <a:ext uri="{FF2B5EF4-FFF2-40B4-BE49-F238E27FC236}">
                <a16:creationId xmlns:a16="http://schemas.microsoft.com/office/drawing/2014/main" id="{09833F50-F405-3428-1CA2-5A2C815CC0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6</a:t>
            </a:fld>
            <a:endParaRPr/>
          </a:p>
        </p:txBody>
      </p:sp>
      <p:sp>
        <p:nvSpPr>
          <p:cNvPr id="171" name="Google Shape;171;p38">
            <a:extLst>
              <a:ext uri="{FF2B5EF4-FFF2-40B4-BE49-F238E27FC236}">
                <a16:creationId xmlns:a16="http://schemas.microsoft.com/office/drawing/2014/main" id="{9B221C1C-E5B6-C305-D27F-623111A1FE5A}"/>
              </a:ext>
            </a:extLst>
          </p:cNvPr>
          <p:cNvSpPr txBox="1"/>
          <p:nvPr/>
        </p:nvSpPr>
        <p:spPr>
          <a:xfrm>
            <a:off x="349760" y="736975"/>
            <a:ext cx="7002016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2000" b="1" dirty="0"/>
              <a:t>Search String</a:t>
            </a:r>
          </a:p>
          <a:p>
            <a:endParaRPr lang="en-GB" sz="1600" dirty="0"/>
          </a:p>
          <a:p>
            <a:r>
              <a:rPr lang="en-GB" sz="1600" dirty="0"/>
              <a:t>“response-driven prompting”</a:t>
            </a:r>
          </a:p>
          <a:p>
            <a:r>
              <a:rPr lang="en-GB" sz="1600" dirty="0"/>
              <a:t>“prompt optimisation” AND “large language model”</a:t>
            </a:r>
          </a:p>
          <a:p>
            <a:r>
              <a:rPr lang="en-GB" sz="1600" dirty="0"/>
              <a:t>“prompt engineering” AND “LLM efficiency”</a:t>
            </a:r>
          </a:p>
          <a:p>
            <a:r>
              <a:rPr lang="en-GB" sz="1600" dirty="0"/>
              <a:t>“efficient prompting methods” AND “large language model response”</a:t>
            </a:r>
          </a:p>
          <a:p>
            <a:r>
              <a:rPr lang="en-IN" sz="1600" dirty="0"/>
              <a:t> "response-driven prompting" OR "response guided prompt" OR "response-driven prompt“</a:t>
            </a:r>
          </a:p>
          <a:p>
            <a:endParaRPr lang="en-IN" sz="1600" dirty="0"/>
          </a:p>
          <a:p>
            <a:r>
              <a:rPr lang="en-IN" dirty="0"/>
              <a:t>(“response-driven prompting” OR “adaptive prompting” OR “feedback-based prompting” OR “prompt optimization” OR “meta-prompting”) AND (“LLM efficiency” OR “token optimization” OR “inference cost” OR “prompt compression” OR “cost-efficient prompting”).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65164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234C1892-65A6-407A-1D99-7B90C1B52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>
            <a:extLst>
              <a:ext uri="{FF2B5EF4-FFF2-40B4-BE49-F238E27FC236}">
                <a16:creationId xmlns:a16="http://schemas.microsoft.com/office/drawing/2014/main" id="{BFC4CC41-D309-918E-3E66-3357EBFDC50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19.11.2025</a:t>
            </a:r>
            <a:endParaRPr/>
          </a:p>
        </p:txBody>
      </p:sp>
      <p:sp>
        <p:nvSpPr>
          <p:cNvPr id="170" name="Google Shape;170;p38">
            <a:extLst>
              <a:ext uri="{FF2B5EF4-FFF2-40B4-BE49-F238E27FC236}">
                <a16:creationId xmlns:a16="http://schemas.microsoft.com/office/drawing/2014/main" id="{300AAD5A-66E9-7AD5-B7A3-E924D0214C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7</a:t>
            </a:fld>
            <a:endParaRPr/>
          </a:p>
        </p:txBody>
      </p:sp>
      <p:sp>
        <p:nvSpPr>
          <p:cNvPr id="171" name="Google Shape;171;p38">
            <a:extLst>
              <a:ext uri="{FF2B5EF4-FFF2-40B4-BE49-F238E27FC236}">
                <a16:creationId xmlns:a16="http://schemas.microsoft.com/office/drawing/2014/main" id="{43B4CAF4-1133-1EFB-0697-347330782F32}"/>
              </a:ext>
            </a:extLst>
          </p:cNvPr>
          <p:cNvSpPr txBox="1"/>
          <p:nvPr/>
        </p:nvSpPr>
        <p:spPr>
          <a:xfrm>
            <a:off x="288800" y="1091275"/>
            <a:ext cx="8855200" cy="34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2400" b="1" dirty="0"/>
              <a:t>Methodology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Data Sources:</a:t>
            </a:r>
            <a:r>
              <a:rPr lang="en-GB" dirty="0"/>
              <a:t> IEEE Xplore, Scopus, ACM , </a:t>
            </a:r>
            <a:r>
              <a:rPr lang="en-GB" dirty="0" err="1"/>
              <a:t>arXiv</a:t>
            </a:r>
            <a:r>
              <a:rPr lang="en-GB" dirty="0"/>
              <a:t> and </a:t>
            </a:r>
            <a:r>
              <a:rPr lang="en-GB" dirty="0" err="1"/>
              <a:t>ResearchRabbit</a:t>
            </a:r>
            <a:r>
              <a:rPr lang="en-GB" dirty="0"/>
              <a:t>.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Purpose: </a:t>
            </a:r>
            <a:r>
              <a:rPr lang="en-GB" dirty="0"/>
              <a:t>To understand how different prompting methods make </a:t>
            </a:r>
            <a:r>
              <a:rPr lang="en-GB" b="1" dirty="0"/>
              <a:t>Large Language Models (LLMs)</a:t>
            </a:r>
            <a:r>
              <a:rPr lang="en-GB" dirty="0"/>
              <a:t> faster, clearer, and more efficient.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Paper Selection:</a:t>
            </a:r>
            <a:r>
              <a:rPr lang="en-GB" dirty="0"/>
              <a:t> Only papers from 2020–2025, in English, focused on LLM prompting and efficiency.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Data Extraction:</a:t>
            </a:r>
            <a:r>
              <a:rPr lang="en-GB" dirty="0"/>
              <a:t> Collected prompt methods, model type, efficiency metrics (tokens, speed, clarity), and results.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Analysis:</a:t>
            </a:r>
            <a:r>
              <a:rPr lang="en-GB" dirty="0"/>
              <a:t> Compared methods, summarized which prompts improve LLM efficiency, and identified research gaps.</a:t>
            </a:r>
          </a:p>
        </p:txBody>
      </p:sp>
    </p:spTree>
    <p:extLst>
      <p:ext uri="{BB962C8B-B14F-4D97-AF65-F5344CB8AC3E}">
        <p14:creationId xmlns:p14="http://schemas.microsoft.com/office/powerpoint/2010/main" val="389098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35D59580-D215-042C-25BA-8FDAD751C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>
            <a:extLst>
              <a:ext uri="{FF2B5EF4-FFF2-40B4-BE49-F238E27FC236}">
                <a16:creationId xmlns:a16="http://schemas.microsoft.com/office/drawing/2014/main" id="{C2EB69A8-2369-DF76-C4D2-97B60E61B16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19.11.2025</a:t>
            </a:r>
            <a:endParaRPr/>
          </a:p>
        </p:txBody>
      </p:sp>
      <p:sp>
        <p:nvSpPr>
          <p:cNvPr id="170" name="Google Shape;170;p38">
            <a:extLst>
              <a:ext uri="{FF2B5EF4-FFF2-40B4-BE49-F238E27FC236}">
                <a16:creationId xmlns:a16="http://schemas.microsoft.com/office/drawing/2014/main" id="{88A285DA-FF3C-6A33-DD68-615EAA94D6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E93471-2B7C-F7F6-DE26-DFB272A0E1CD}"/>
              </a:ext>
            </a:extLst>
          </p:cNvPr>
          <p:cNvSpPr txBox="1"/>
          <p:nvPr/>
        </p:nvSpPr>
        <p:spPr>
          <a:xfrm>
            <a:off x="3486912" y="931200"/>
            <a:ext cx="4584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PRISMA Flow Diagram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F01379-EE70-076E-0237-751CB2DD7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115271"/>
              </p:ext>
            </p:extLst>
          </p:nvPr>
        </p:nvGraphicFramePr>
        <p:xfrm>
          <a:off x="300229" y="1238977"/>
          <a:ext cx="8543541" cy="3678916"/>
        </p:xfrm>
        <a:graphic>
          <a:graphicData uri="http://schemas.openxmlformats.org/drawingml/2006/table">
            <a:tbl>
              <a:tblPr/>
              <a:tblGrid>
                <a:gridCol w="2847847">
                  <a:extLst>
                    <a:ext uri="{9D8B030D-6E8A-4147-A177-3AD203B41FA5}">
                      <a16:colId xmlns:a16="http://schemas.microsoft.com/office/drawing/2014/main" val="2881157885"/>
                    </a:ext>
                  </a:extLst>
                </a:gridCol>
                <a:gridCol w="2847847">
                  <a:extLst>
                    <a:ext uri="{9D8B030D-6E8A-4147-A177-3AD203B41FA5}">
                      <a16:colId xmlns:a16="http://schemas.microsoft.com/office/drawing/2014/main" val="248574886"/>
                    </a:ext>
                  </a:extLst>
                </a:gridCol>
                <a:gridCol w="2847847">
                  <a:extLst>
                    <a:ext uri="{9D8B030D-6E8A-4147-A177-3AD203B41FA5}">
                      <a16:colId xmlns:a16="http://schemas.microsoft.com/office/drawing/2014/main" val="484671728"/>
                    </a:ext>
                  </a:extLst>
                </a:gridCol>
              </a:tblGrid>
              <a:tr h="387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Stage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Count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264955"/>
                  </a:ext>
                </a:extLst>
              </a:tr>
              <a:tr h="968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Records identified through database search (arXiv, ACL, IEEE, ACM, Springer,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577010"/>
                  </a:ext>
                </a:extLst>
              </a:tr>
              <a:tr h="968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Screening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Titles, abstracts, and keywords screened for relevance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459065"/>
                  </a:ext>
                </a:extLst>
              </a:tr>
              <a:tr h="677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Eligibility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Full-text papers assessed for inclusion criteria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44131"/>
                  </a:ext>
                </a:extLst>
              </a:tr>
              <a:tr h="677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Included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Final studies included in synthesis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833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186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DCCD03-AC75-CBD6-DB11-2FE0FDAA0931}"/>
              </a:ext>
            </a:extLst>
          </p:cNvPr>
          <p:cNvSpPr txBox="1"/>
          <p:nvPr/>
        </p:nvSpPr>
        <p:spPr>
          <a:xfrm>
            <a:off x="2286000" y="217164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dk1"/>
                </a:solidFill>
                <a:highlight>
                  <a:srgbClr val="FFFFFF"/>
                </a:highlight>
              </a:rPr>
              <a:t>Response-Driven Prompt Design 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75D5F-1516-20C8-C4F8-6646B06F71EF}"/>
              </a:ext>
            </a:extLst>
          </p:cNvPr>
          <p:cNvSpPr txBox="1"/>
          <p:nvPr/>
        </p:nvSpPr>
        <p:spPr>
          <a:xfrm>
            <a:off x="2900363" y="402520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400" b="1" i="0" dirty="0">
                <a:solidFill>
                  <a:schemeClr val="bg1"/>
                </a:solidFill>
                <a:effectLst/>
                <a:latin typeface="+mn-lt"/>
              </a:rPr>
              <a:t>Yashashwini S Awate (256228)| RTBI</a:t>
            </a:r>
          </a:p>
        </p:txBody>
      </p:sp>
    </p:spTree>
    <p:extLst>
      <p:ext uri="{BB962C8B-B14F-4D97-AF65-F5344CB8AC3E}">
        <p14:creationId xmlns:p14="http://schemas.microsoft.com/office/powerpoint/2010/main" val="362249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6CF424E1-5E43-51BE-9F88-B544B5BA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>
            <a:extLst>
              <a:ext uri="{FF2B5EF4-FFF2-40B4-BE49-F238E27FC236}">
                <a16:creationId xmlns:a16="http://schemas.microsoft.com/office/drawing/2014/main" id="{704820BA-B63A-AAE6-5BDE-A5049B59D05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19.11.2025</a:t>
            </a:r>
            <a:endParaRPr/>
          </a:p>
        </p:txBody>
      </p:sp>
      <p:sp>
        <p:nvSpPr>
          <p:cNvPr id="170" name="Google Shape;170;p38">
            <a:extLst>
              <a:ext uri="{FF2B5EF4-FFF2-40B4-BE49-F238E27FC236}">
                <a16:creationId xmlns:a16="http://schemas.microsoft.com/office/drawing/2014/main" id="{58E5CF61-0FEA-EEB8-4C4A-2712AD3A2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10</a:t>
            </a:fld>
            <a:endParaRPr/>
          </a:p>
        </p:txBody>
      </p:sp>
      <p:sp>
        <p:nvSpPr>
          <p:cNvPr id="171" name="Google Shape;171;p38">
            <a:extLst>
              <a:ext uri="{FF2B5EF4-FFF2-40B4-BE49-F238E27FC236}">
                <a16:creationId xmlns:a16="http://schemas.microsoft.com/office/drawing/2014/main" id="{D134BC47-D26B-E20D-EEFD-61203E8E2AA9}"/>
              </a:ext>
            </a:extLst>
          </p:cNvPr>
          <p:cNvSpPr txBox="1"/>
          <p:nvPr/>
        </p:nvSpPr>
        <p:spPr>
          <a:xfrm>
            <a:off x="288800" y="1091275"/>
            <a:ext cx="5490300" cy="181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dk1"/>
                </a:solidFill>
              </a:rPr>
              <a:t>The Problem</a:t>
            </a:r>
            <a:r>
              <a:rPr lang="en-GB" sz="1000" dirty="0">
                <a:solidFill>
                  <a:schemeClr val="dk1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Current LLM prompting is static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No quality feedback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Wastes tokens on poor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Can't adapt to task complexity</a:t>
            </a:r>
          </a:p>
        </p:txBody>
      </p:sp>
    </p:spTree>
    <p:extLst>
      <p:ext uri="{BB962C8B-B14F-4D97-AF65-F5344CB8AC3E}">
        <p14:creationId xmlns:p14="http://schemas.microsoft.com/office/powerpoint/2010/main" val="2233841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19.11.2025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endParaRPr/>
          </a:p>
        </p:txBody>
      </p:sp>
      <p:sp>
        <p:nvSpPr>
          <p:cNvPr id="180" name="Google Shape;180;p39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11</a:t>
            </a:fld>
            <a:endParaRPr/>
          </a:p>
        </p:txBody>
      </p:sp>
      <p:sp>
        <p:nvSpPr>
          <p:cNvPr id="181" name="Google Shape;181;p39"/>
          <p:cNvSpPr txBox="1"/>
          <p:nvPr/>
        </p:nvSpPr>
        <p:spPr>
          <a:xfrm>
            <a:off x="519050" y="979375"/>
            <a:ext cx="802050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dk1"/>
                </a:solidFill>
              </a:rPr>
              <a:t>Existing Techniques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400" b="1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Chain-of-Thought (</a:t>
            </a:r>
            <a:r>
              <a:rPr lang="en-GB" sz="1600" dirty="0" err="1"/>
              <a:t>CoT</a:t>
            </a:r>
            <a:r>
              <a:rPr lang="en-GB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Few-Shot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RAG (Retrieval-Augmented Generation)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Prompt Compression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Gap: No unified framework combining these adaptively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</a:rPr>
              <a:t>           </a:t>
            </a:r>
            <a:endParaRPr sz="2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19.11.2025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endParaRPr/>
          </a:p>
        </p:txBody>
      </p:sp>
      <p:sp>
        <p:nvSpPr>
          <p:cNvPr id="188" name="Google Shape;188;p40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12</a:t>
            </a:fld>
            <a:endParaRPr/>
          </a:p>
        </p:txBody>
      </p:sp>
      <p:sp>
        <p:nvSpPr>
          <p:cNvPr id="189" name="Google Shape;189;p40"/>
          <p:cNvSpPr txBox="1"/>
          <p:nvPr/>
        </p:nvSpPr>
        <p:spPr>
          <a:xfrm>
            <a:off x="344025" y="768000"/>
            <a:ext cx="5376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dk1"/>
                </a:solidFill>
              </a:rPr>
              <a:t> How It Works (Step-by-Step)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B7A61-D534-5844-F62A-B18F410C70AE}"/>
              </a:ext>
            </a:extLst>
          </p:cNvPr>
          <p:cNvSpPr txBox="1"/>
          <p:nvPr/>
        </p:nvSpPr>
        <p:spPr>
          <a:xfrm>
            <a:off x="463296" y="1471660"/>
            <a:ext cx="6339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dirty="0">
                <a:effectLst/>
                <a:latin typeface="+mn-lt"/>
              </a:rPr>
              <a:t>Intent Detection → Role Assignment → </a:t>
            </a:r>
            <a:r>
              <a:rPr lang="en-IN" sz="1800" b="0" i="0" dirty="0" err="1">
                <a:effectLst/>
                <a:latin typeface="+mn-lt"/>
              </a:rPr>
              <a:t>CoT</a:t>
            </a:r>
            <a:r>
              <a:rPr lang="en-IN" sz="1800" b="0" i="0" dirty="0">
                <a:effectLst/>
                <a:latin typeface="+mn-lt"/>
              </a:rPr>
              <a:t> → Few-Shot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b="0" i="0" dirty="0">
                <a:effectLst/>
                <a:latin typeface="+mn-lt"/>
              </a:rPr>
              <a:t>Generate → Evaluate → Adjust →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55519-9572-5D54-ACAF-49CDC4AB9253}"/>
              </a:ext>
            </a:extLst>
          </p:cNvPr>
          <p:cNvSpPr txBox="1"/>
          <p:nvPr/>
        </p:nvSpPr>
        <p:spPr>
          <a:xfrm>
            <a:off x="463296" y="2571750"/>
            <a:ext cx="4584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Why It's Useful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438A4-CC88-25EA-6BEF-FA73630C43A5}"/>
              </a:ext>
            </a:extLst>
          </p:cNvPr>
          <p:cNvSpPr txBox="1"/>
          <p:nvPr/>
        </p:nvSpPr>
        <p:spPr>
          <a:xfrm>
            <a:off x="914400" y="3025510"/>
            <a:ext cx="53400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+mn-lt"/>
              </a:rPr>
              <a:t>Cost Reduction: Fewer tokens = lower API costs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+mn-lt"/>
              </a:rPr>
              <a:t>Better Quality: Self-optimization improves accuracy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+mn-lt"/>
              </a:rPr>
              <a:t>Flexibility: Works with any LLM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+mn-lt"/>
              </a:rPr>
              <a:t>Production-Ready: Modular, easy to implement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1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21.05.2025</a:t>
            </a:r>
            <a:endParaRPr/>
          </a:p>
        </p:txBody>
      </p:sp>
      <p:sp>
        <p:nvSpPr>
          <p:cNvPr id="198" name="Google Shape;198;p41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13</a:t>
            </a:fld>
            <a:endParaRPr/>
          </a:p>
        </p:txBody>
      </p:sp>
      <p:sp>
        <p:nvSpPr>
          <p:cNvPr id="199" name="Google Shape;199;p41"/>
          <p:cNvSpPr txBox="1"/>
          <p:nvPr/>
        </p:nvSpPr>
        <p:spPr>
          <a:xfrm>
            <a:off x="191357" y="1566904"/>
            <a:ext cx="7042447" cy="243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dk1"/>
                </a:solidFill>
              </a:rPr>
              <a:t>Why It's Valuable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00" b="1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dk1"/>
                </a:solidFill>
              </a:rPr>
              <a:t>Reduces costs: 20x compression possible while maintaining accuracy​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dk1"/>
                </a:solidFill>
              </a:rPr>
              <a:t>Improves accuracy: </a:t>
            </a:r>
            <a:r>
              <a:rPr lang="en-GB" sz="1600" dirty="0" err="1">
                <a:solidFill>
                  <a:schemeClr val="dk1"/>
                </a:solidFill>
              </a:rPr>
              <a:t>CoT</a:t>
            </a:r>
            <a:r>
              <a:rPr lang="en-GB" sz="1600" dirty="0">
                <a:solidFill>
                  <a:schemeClr val="dk1"/>
                </a:solidFill>
              </a:rPr>
              <a:t> can increase accuracy from 18% to 79%​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dk1"/>
                </a:solidFill>
              </a:rPr>
              <a:t>Practical: Works with any LLM (GPT, Claude, Llama, etc.)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dk1"/>
                </a:solidFill>
              </a:rPr>
              <a:t>Modular: Each component can be toggled based on task requirements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 dirty="0"/>
              <a:t>21.05.2025</a:t>
            </a:r>
            <a:endParaRPr dirty="0"/>
          </a:p>
        </p:txBody>
      </p:sp>
      <p:sp>
        <p:nvSpPr>
          <p:cNvPr id="217" name="Google Shape;217;p43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14</a:t>
            </a:fld>
            <a:endParaRPr/>
          </a:p>
        </p:txBody>
      </p:sp>
      <p:sp>
        <p:nvSpPr>
          <p:cNvPr id="218" name="Google Shape;218;p43"/>
          <p:cNvSpPr txBox="1"/>
          <p:nvPr/>
        </p:nvSpPr>
        <p:spPr>
          <a:xfrm>
            <a:off x="253474" y="768000"/>
            <a:ext cx="6183901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dk1"/>
                </a:solidFill>
              </a:rPr>
              <a:t>My Investigation: Experimental Setup</a:t>
            </a:r>
            <a:endParaRPr sz="2400" b="1" dirty="0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D6AD8D-2F26-0C7B-6404-642F4B8201E1}"/>
              </a:ext>
            </a:extLst>
          </p:cNvPr>
          <p:cNvSpPr txBox="1"/>
          <p:nvPr/>
        </p:nvSpPr>
        <p:spPr>
          <a:xfrm>
            <a:off x="2068962" y="1540800"/>
            <a:ext cx="4584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chemeClr val="tx1"/>
                </a:solidFill>
                <a:effectLst/>
                <a:latin typeface="+mn-lt"/>
              </a:rPr>
              <a:t>INPUT: User Question  "What's 15% tip on $87.50?"</a:t>
            </a:r>
            <a:endParaRPr lang="en-IN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38CD-D74D-17C2-F65C-50139A0F24AF}"/>
              </a:ext>
            </a:extLst>
          </p:cNvPr>
          <p:cNvSpPr txBox="1"/>
          <p:nvPr/>
        </p:nvSpPr>
        <p:spPr>
          <a:xfrm>
            <a:off x="2630044" y="2190988"/>
            <a:ext cx="45841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DETECT: Math task, Low complexity </a:t>
            </a:r>
            <a:endParaRPr lang="en-GB" dirty="0">
              <a:solidFill>
                <a:schemeClr val="tx1"/>
              </a:solidFill>
              <a:latin typeface="+mn-lt"/>
            </a:endParaRP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ROLE: "Financial calculator" </a:t>
            </a:r>
            <a:endParaRPr lang="en-GB" dirty="0">
              <a:solidFill>
                <a:schemeClr val="tx1"/>
              </a:solidFill>
              <a:latin typeface="+mn-lt"/>
            </a:endParaRPr>
          </a:p>
          <a:p>
            <a:r>
              <a:rPr lang="en-GB" b="0" i="0" dirty="0" err="1">
                <a:solidFill>
                  <a:schemeClr val="tx1"/>
                </a:solidFill>
                <a:effectLst/>
                <a:latin typeface="+mn-lt"/>
              </a:rPr>
              <a:t>CoT</a:t>
            </a:r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: "Show steps" </a:t>
            </a:r>
            <a:endParaRPr lang="en-GB" dirty="0">
              <a:solidFill>
                <a:schemeClr val="tx1"/>
              </a:solidFill>
              <a:latin typeface="+mn-lt"/>
            </a:endParaRP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FEW-SHOT: [math examples] </a:t>
            </a:r>
            <a:endParaRPr lang="en-IN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E1D94-712B-072D-5CFC-5919255FE945}"/>
              </a:ext>
            </a:extLst>
          </p:cNvPr>
          <p:cNvSpPr txBox="1"/>
          <p:nvPr/>
        </p:nvSpPr>
        <p:spPr>
          <a:xfrm>
            <a:off x="2630044" y="3423655"/>
            <a:ext cx="4584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chemeClr val="tx1"/>
                </a:solidFill>
                <a:effectLst/>
                <a:latin typeface="+mn-lt"/>
              </a:rPr>
              <a:t>GENERATE Response v1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 "To calculate... [150 tokens]"</a:t>
            </a:r>
            <a:endParaRPr lang="en-IN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4ADE4-2038-587E-92B2-03CACF895535}"/>
              </a:ext>
            </a:extLst>
          </p:cNvPr>
          <p:cNvSpPr txBox="1"/>
          <p:nvPr/>
        </p:nvSpPr>
        <p:spPr>
          <a:xfrm>
            <a:off x="1853183" y="4225435"/>
            <a:ext cx="4584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EVALUATE: │ │ ✓ Correct │ │ ✗ Too long │ │ ✓ Clear</a:t>
            </a:r>
            <a:endParaRPr lang="en-IN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21.05.2025</a:t>
            </a:r>
            <a:endParaRPr/>
          </a:p>
        </p:txBody>
      </p:sp>
      <p:sp>
        <p:nvSpPr>
          <p:cNvPr id="227" name="Google Shape;227;p44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15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8523C-48F5-DF41-763D-06337C2E6981}"/>
              </a:ext>
            </a:extLst>
          </p:cNvPr>
          <p:cNvSpPr txBox="1"/>
          <p:nvPr/>
        </p:nvSpPr>
        <p:spPr>
          <a:xfrm>
            <a:off x="2657856" y="1369496"/>
            <a:ext cx="4584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COMPRESS</a:t>
            </a:r>
            <a:r>
              <a:rPr lang="en-GB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"Reduce to 3 steps" 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24307-0ADC-66EC-F4BF-4B4CBD0BE2F2}"/>
              </a:ext>
            </a:extLst>
          </p:cNvPr>
          <p:cNvSpPr txBox="1"/>
          <p:nvPr/>
        </p:nvSpPr>
        <p:spPr>
          <a:xfrm>
            <a:off x="2657856" y="2285685"/>
            <a:ext cx="4584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REGENERATE </a:t>
            </a:r>
            <a:r>
              <a:rPr lang="en-IN" b="1" i="0" dirty="0" err="1">
                <a:solidFill>
                  <a:schemeClr val="tx1"/>
                </a:solidFill>
                <a:effectLst/>
                <a:latin typeface="+mn-lt"/>
              </a:rPr>
              <a:t>Resp</a:t>
            </a:r>
            <a:r>
              <a:rPr lang="en-IN" b="1" dirty="0" err="1">
                <a:solidFill>
                  <a:schemeClr val="tx1"/>
                </a:solidFill>
                <a:latin typeface="+mn-lt"/>
              </a:rPr>
              <a:t>n</a:t>
            </a:r>
            <a:r>
              <a:rPr lang="en-IN" b="1" i="0" dirty="0" err="1">
                <a:solidFill>
                  <a:schemeClr val="tx1"/>
                </a:solidFill>
                <a:effectLst/>
                <a:latin typeface="+mn-lt"/>
              </a:rPr>
              <a:t>ose</a:t>
            </a: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 v2 </a:t>
            </a:r>
            <a:endParaRPr lang="en-IN" b="1" dirty="0">
              <a:solidFill>
                <a:schemeClr val="tx1"/>
              </a:solidFill>
              <a:latin typeface="+mn-lt"/>
            </a:endParaRPr>
          </a:p>
          <a:p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"1. 0.15 × 87.50 = 13.13 2. Tip: $13.13"  [40 tokens] </a:t>
            </a:r>
            <a:endParaRPr lang="en-IN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8A61C4-3C77-6F57-5DDB-72108636B5F0}"/>
              </a:ext>
            </a:extLst>
          </p:cNvPr>
          <p:cNvSpPr txBox="1"/>
          <p:nvPr/>
        </p:nvSpPr>
        <p:spPr>
          <a:xfrm>
            <a:off x="1804416" y="3308024"/>
            <a:ext cx="55351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EVALUATE: │ │ ✓ Correct │ │ ✓ Concise │ │ ✓ Clear</a:t>
            </a:r>
            <a:endParaRPr lang="en-IN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76BC11-BD82-8F24-89BD-D5EF870CCEE4}"/>
              </a:ext>
            </a:extLst>
          </p:cNvPr>
          <p:cNvSpPr txBox="1"/>
          <p:nvPr/>
        </p:nvSpPr>
        <p:spPr>
          <a:xfrm>
            <a:off x="2657856" y="4219053"/>
            <a:ext cx="5535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OUTPUT: Final Answer 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n-lt"/>
              </a:rPr>
              <a:t>Saved 110 tokens (73% reduction) </a:t>
            </a:r>
            <a:endParaRPr lang="en-IN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5"/>
          <p:cNvSpPr txBox="1">
            <a:spLocks noGrp="1"/>
          </p:cNvSpPr>
          <p:nvPr>
            <p:ph type="dt" idx="10"/>
          </p:nvPr>
        </p:nvSpPr>
        <p:spPr>
          <a:xfrm>
            <a:off x="7980258" y="0"/>
            <a:ext cx="1078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GB"/>
              <a:t>21.05.2025</a:t>
            </a:r>
            <a:endParaRPr/>
          </a:p>
        </p:txBody>
      </p:sp>
      <p:sp>
        <p:nvSpPr>
          <p:cNvPr id="236" name="Google Shape;236;p45"/>
          <p:cNvSpPr txBox="1">
            <a:spLocks noGrp="1"/>
          </p:cNvSpPr>
          <p:nvPr>
            <p:ph type="sldNum" idx="12"/>
          </p:nvPr>
        </p:nvSpPr>
        <p:spPr>
          <a:xfrm>
            <a:off x="6653154" y="0"/>
            <a:ext cx="1161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fld id="{00000000-1234-1234-1234-123412341234}" type="slidenum">
              <a:rPr lang="en-GB" sz="1100">
                <a:latin typeface="Roboto"/>
                <a:ea typeface="Roboto"/>
                <a:cs typeface="Roboto"/>
                <a:sym typeface="Roboto"/>
              </a:rPr>
              <a:t>16</a:t>
            </a:fld>
            <a:endParaRPr/>
          </a:p>
        </p:txBody>
      </p:sp>
      <p:sp>
        <p:nvSpPr>
          <p:cNvPr id="237" name="Google Shape;237;p45"/>
          <p:cNvSpPr txBox="1"/>
          <p:nvPr/>
        </p:nvSpPr>
        <p:spPr>
          <a:xfrm>
            <a:off x="443440" y="1310872"/>
            <a:ext cx="6762032" cy="224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2400" b="1" dirty="0">
                <a:solidFill>
                  <a:schemeClr val="dk1"/>
                </a:solidFill>
              </a:rPr>
              <a:t>Applications</a:t>
            </a:r>
          </a:p>
          <a:p>
            <a:endParaRPr lang="en-GB" sz="2400" b="1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Customer service chatbots (optimize for brevity)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Educational tools (optimize for clarity)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Research assistants (optimize for accuracy + citations)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Code generation (optimize for correctness)</a:t>
            </a:r>
          </a:p>
          <a:p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9B5FF0-9C25-A69D-4AF8-991BD3830464}"/>
              </a:ext>
            </a:extLst>
          </p:cNvPr>
          <p:cNvSpPr txBox="1"/>
          <p:nvPr/>
        </p:nvSpPr>
        <p:spPr>
          <a:xfrm>
            <a:off x="1243584" y="1311158"/>
            <a:ext cx="6656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[Expert Role] + "Think step by step" + [Examples] + [Constraints] + [Question]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CB3AF-C1FA-2882-E145-3DEF098E6A28}"/>
              </a:ext>
            </a:extLst>
          </p:cNvPr>
          <p:cNvSpPr txBox="1"/>
          <p:nvPr/>
        </p:nvSpPr>
        <p:spPr>
          <a:xfrm>
            <a:off x="2279904" y="797088"/>
            <a:ext cx="4584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600" b="1" i="0" dirty="0">
                <a:effectLst/>
                <a:latin typeface="+mn-lt"/>
              </a:rPr>
              <a:t> Prompt writing Based on my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7CADDE-EF83-5DE5-D64E-D016D1D77EDC}"/>
              </a:ext>
            </a:extLst>
          </p:cNvPr>
          <p:cNvSpPr txBox="1"/>
          <p:nvPr/>
        </p:nvSpPr>
        <p:spPr>
          <a:xfrm>
            <a:off x="1243584" y="1794451"/>
            <a:ext cx="6986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 - You are a data analyst. Think step by step. Show only key calculations.</a:t>
            </a:r>
          </a:p>
          <a:p>
            <a:r>
              <a:rPr lang="en-IN" dirty="0"/>
              <a:t>Calculate the ROI for a $50,000 investment that generated $75,000 revenue.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081211-1C72-818A-6B73-D9748E7F2BB6}"/>
              </a:ext>
            </a:extLst>
          </p:cNvPr>
          <p:cNvSpPr txBox="1"/>
          <p:nvPr/>
        </p:nvSpPr>
        <p:spPr>
          <a:xfrm>
            <a:off x="0" y="1311157"/>
            <a:ext cx="4584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effectLst/>
                <a:latin typeface="fkGrotesk"/>
              </a:rPr>
              <a:t>Analytical Tasks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004544-C075-BA72-99BC-D616412CF1F2}"/>
              </a:ext>
            </a:extLst>
          </p:cNvPr>
          <p:cNvSpPr txBox="1"/>
          <p:nvPr/>
        </p:nvSpPr>
        <p:spPr>
          <a:xfrm>
            <a:off x="-18288" y="2825830"/>
            <a:ext cx="4596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effectLst/>
                <a:latin typeface="fkGrotesk"/>
              </a:rPr>
              <a:t>Research Tasks with RAG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822B6F-6144-5DF1-A8B8-ED320DD6FD99}"/>
              </a:ext>
            </a:extLst>
          </p:cNvPr>
          <p:cNvSpPr txBox="1"/>
          <p:nvPr/>
        </p:nvSpPr>
        <p:spPr>
          <a:xfrm>
            <a:off x="1077468" y="3272267"/>
            <a:ext cx="73182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[Expert Role] + "Use provided context" + [Retrieved context] + [Question] + "Cite sources"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111E43-7153-A747-FE83-1E59B3F23290}"/>
              </a:ext>
            </a:extLst>
          </p:cNvPr>
          <p:cNvSpPr txBox="1"/>
          <p:nvPr/>
        </p:nvSpPr>
        <p:spPr>
          <a:xfrm>
            <a:off x="347472" y="3629837"/>
            <a:ext cx="84734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You are a research assistant. Use only the provided context below.</a:t>
            </a:r>
          </a:p>
          <a:p>
            <a:r>
              <a:rPr lang="en-IN" dirty="0"/>
              <a:t>CONTEXT:</a:t>
            </a:r>
          </a:p>
          <a:p>
            <a:r>
              <a:rPr lang="en-IN" dirty="0"/>
              <a:t>[Retrieved documents from RAG system]</a:t>
            </a:r>
          </a:p>
          <a:p>
            <a:r>
              <a:rPr lang="en-IN" dirty="0"/>
              <a:t>- Article 1: "Recent studies show..."</a:t>
            </a:r>
          </a:p>
          <a:p>
            <a:r>
              <a:rPr lang="en-IN" dirty="0"/>
              <a:t>- Article 2: "Data from 2024 indicates..."</a:t>
            </a:r>
          </a:p>
          <a:p>
            <a:r>
              <a:rPr lang="en-IN" dirty="0"/>
              <a:t>Based on this context, what are the latest trends in renewable energy? Be specific and cite sources.</a:t>
            </a:r>
          </a:p>
        </p:txBody>
      </p:sp>
    </p:spTree>
    <p:extLst>
      <p:ext uri="{BB962C8B-B14F-4D97-AF65-F5344CB8AC3E}">
        <p14:creationId xmlns:p14="http://schemas.microsoft.com/office/powerpoint/2010/main" val="1606370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8358A4-9EC8-ECF8-A9CF-4A08037747D1}"/>
              </a:ext>
            </a:extLst>
          </p:cNvPr>
          <p:cNvSpPr txBox="1"/>
          <p:nvPr/>
        </p:nvSpPr>
        <p:spPr>
          <a:xfrm>
            <a:off x="536448" y="1199424"/>
            <a:ext cx="4584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effectLst/>
                <a:latin typeface="fkGrotesk"/>
              </a:rPr>
              <a:t>For Tasks Requiring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0CEE4-9CED-18BD-FD9E-A3BAA4E3B2AB}"/>
              </a:ext>
            </a:extLst>
          </p:cNvPr>
          <p:cNvSpPr txBox="1"/>
          <p:nvPr/>
        </p:nvSpPr>
        <p:spPr>
          <a:xfrm>
            <a:off x="2292096" y="2310902"/>
            <a:ext cx="5803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[Expert Role] + [Task] + "Then self-evaluate:" + [Criteria]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9AA227-0DB5-729F-7D97-6BBED997BFB5}"/>
              </a:ext>
            </a:extLst>
          </p:cNvPr>
          <p:cNvSpPr txBox="1"/>
          <p:nvPr/>
        </p:nvSpPr>
        <p:spPr>
          <a:xfrm>
            <a:off x="2133600" y="3235333"/>
            <a:ext cx="458419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You are a technical writer. Write a 100-word explanation of blockchain.</a:t>
            </a:r>
          </a:p>
          <a:p>
            <a:endParaRPr lang="en-IN" dirty="0"/>
          </a:p>
          <a:p>
            <a:r>
              <a:rPr lang="en-IN" dirty="0"/>
              <a:t>Then self-evaluate your response:</a:t>
            </a:r>
          </a:p>
          <a:p>
            <a:r>
              <a:rPr lang="en-IN" dirty="0"/>
              <a:t>1. Is it understandable to non-technical readers? (Y/N)</a:t>
            </a:r>
          </a:p>
          <a:p>
            <a:r>
              <a:rPr lang="en-IN" dirty="0"/>
              <a:t>2. Did you use jargon? List any technical terms used.</a:t>
            </a:r>
          </a:p>
          <a:p>
            <a:r>
              <a:rPr lang="en-IN" dirty="0"/>
              <a:t>3. Is it exactly 100 words? (Count)</a:t>
            </a:r>
          </a:p>
        </p:txBody>
      </p:sp>
    </p:spTree>
    <p:extLst>
      <p:ext uri="{BB962C8B-B14F-4D97-AF65-F5344CB8AC3E}">
        <p14:creationId xmlns:p14="http://schemas.microsoft.com/office/powerpoint/2010/main" val="342036672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elfoli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nha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8602</TotalTime>
  <Words>1147</Words>
  <Application>Microsoft Office PowerPoint</Application>
  <PresentationFormat>On-screen Show (16:9)</PresentationFormat>
  <Paragraphs>199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Roboto</vt:lpstr>
      <vt:lpstr>Noto Sans Symbols</vt:lpstr>
      <vt:lpstr>Corbel</vt:lpstr>
      <vt:lpstr>Calibri</vt:lpstr>
      <vt:lpstr>Arial</vt:lpstr>
      <vt:lpstr>fkGrotesk</vt:lpstr>
      <vt:lpstr>Simple Light</vt:lpstr>
      <vt:lpstr>Titelfolie</vt:lpstr>
      <vt:lpstr>Inhalt</vt:lpstr>
      <vt:lpstr>Investigating Response-Driven Prompting Methods for LLM Efficiency Winter 2025/2026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Sidramappa Awate</dc:creator>
  <cp:lastModifiedBy>yashashwini awate</cp:lastModifiedBy>
  <cp:revision>4</cp:revision>
  <dcterms:modified xsi:type="dcterms:W3CDTF">2026-02-03T12:08:22Z</dcterms:modified>
</cp:coreProperties>
</file>